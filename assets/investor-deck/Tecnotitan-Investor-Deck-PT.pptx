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a3f2113eea406c" /><Relationship Type="http://schemas.openxmlformats.org/officeDocument/2006/relationships/extended-properties" Target="/docProps/app.xml" Id="R2afd8bb856e44d9b" /><Relationship Type="http://schemas.openxmlformats.org/officeDocument/2006/relationships/officeDocument" Target="/ppt/presentation.xml" Id="Rf92d1889471c44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d746894d4d4dbb"/>
  </p:sldMasterIdLst>
  <p:notesMasterIdLst>
    <p:notesMasterId xmlns:r="http://schemas.openxmlformats.org/officeDocument/2006/relationships" r:id="Rfac13bf2fb28423e"/>
  </p:notesMasterIdLst>
  <p:sldIdLst>
    <p:sldId xmlns:r="http://schemas.openxmlformats.org/officeDocument/2006/relationships" id="256" r:id="R42da70a8bf0345ca"/>
    <p:sldId xmlns:r="http://schemas.openxmlformats.org/officeDocument/2006/relationships" id="257" r:id="R5eacf96fad654081"/>
    <p:sldId xmlns:r="http://schemas.openxmlformats.org/officeDocument/2006/relationships" id="258" r:id="R764f8a0b156c4b6b"/>
    <p:sldId xmlns:r="http://schemas.openxmlformats.org/officeDocument/2006/relationships" id="259" r:id="Re27635d8b749473f"/>
    <p:sldId xmlns:r="http://schemas.openxmlformats.org/officeDocument/2006/relationships" id="260" r:id="R66ddb7f9c393403a"/>
    <p:sldId xmlns:r="http://schemas.openxmlformats.org/officeDocument/2006/relationships" id="261" r:id="R31a59d21b749494f"/>
    <p:sldId xmlns:r="http://schemas.openxmlformats.org/officeDocument/2006/relationships" id="262" r:id="Rb2bf1b3e8c81496e"/>
    <p:sldId xmlns:r="http://schemas.openxmlformats.org/officeDocument/2006/relationships" id="263" r:id="R745e9ad31ed544ba"/>
    <p:sldId xmlns:r="http://schemas.openxmlformats.org/officeDocument/2006/relationships" id="264" r:id="R749aebf1a034449f"/>
    <p:sldId xmlns:r="http://schemas.openxmlformats.org/officeDocument/2006/relationships" id="265" r:id="Ra671d69f870f4136"/>
    <p:sldId xmlns:r="http://schemas.openxmlformats.org/officeDocument/2006/relationships" id="266" r:id="R30068f5e47c0448e"/>
    <p:sldId xmlns:r="http://schemas.openxmlformats.org/officeDocument/2006/relationships" id="267" r:id="Rf7ba84d559a5466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34c3a1927841b9" /><Relationship Type="http://schemas.openxmlformats.org/officeDocument/2006/relationships/slideMaster" Target="/ppt/slideMasters/slideMaster1.xml" Id="Ra7d746894d4d4dbb" /><Relationship Type="http://schemas.openxmlformats.org/officeDocument/2006/relationships/notesMaster" Target="/ppt/notesMasters/notesMaster1.xml" Id="Rfac13bf2fb28423e" /><Relationship Type="http://schemas.openxmlformats.org/officeDocument/2006/relationships/presProps" Target="/ppt/presProps.xml" Id="R7cc03c41d9584ab5" /><Relationship Type="http://schemas.openxmlformats.org/officeDocument/2006/relationships/viewProps" Target="/ppt/viewProps.xml" Id="R3042664c055f443d" /><Relationship Type="http://schemas.openxmlformats.org/officeDocument/2006/relationships/tableStyles" Target="/ppt/tableStyles.xml" Id="Ra144186d59f74fdf" /><Relationship Type="http://schemas.openxmlformats.org/officeDocument/2006/relationships/slide" Target="/ppt/slides/slide1.xml" Id="R42da70a8bf0345ca" /><Relationship Type="http://schemas.openxmlformats.org/officeDocument/2006/relationships/slide" Target="/ppt/slides/slide2.xml" Id="R5eacf96fad654081" /><Relationship Type="http://schemas.openxmlformats.org/officeDocument/2006/relationships/slide" Target="/ppt/slides/slide3.xml" Id="R764f8a0b156c4b6b" /><Relationship Type="http://schemas.openxmlformats.org/officeDocument/2006/relationships/slide" Target="/ppt/slides/slide4.xml" Id="Re27635d8b749473f" /><Relationship Type="http://schemas.openxmlformats.org/officeDocument/2006/relationships/slide" Target="/ppt/slides/slide5.xml" Id="R66ddb7f9c393403a" /><Relationship Type="http://schemas.openxmlformats.org/officeDocument/2006/relationships/slide" Target="/ppt/slides/slide6.xml" Id="R31a59d21b749494f" /><Relationship Type="http://schemas.openxmlformats.org/officeDocument/2006/relationships/slide" Target="/ppt/slides/slide7.xml" Id="Rb2bf1b3e8c81496e" /><Relationship Type="http://schemas.openxmlformats.org/officeDocument/2006/relationships/slide" Target="/ppt/slides/slide8.xml" Id="R745e9ad31ed544ba" /><Relationship Type="http://schemas.openxmlformats.org/officeDocument/2006/relationships/slide" Target="/ppt/slides/slide9.xml" Id="R749aebf1a034449f" /><Relationship Type="http://schemas.openxmlformats.org/officeDocument/2006/relationships/slide" Target="/ppt/slides/slide10.xml" Id="Ra671d69f870f4136" /><Relationship Type="http://schemas.openxmlformats.org/officeDocument/2006/relationships/slide" Target="/ppt/slides/slide11.xml" Id="R30068f5e47c0448e" /><Relationship Type="http://schemas.openxmlformats.org/officeDocument/2006/relationships/slide" Target="/ppt/slides/slide12.xml" Id="Rf7ba84d559a546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6a361f17054a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a70adaaea84f8b" /><Relationship Type="http://schemas.openxmlformats.org/officeDocument/2006/relationships/notesMaster" Target="/ppt/notesMasters/notesMaster1.xml" Id="R89802a6d84ec41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abda9b90884d8a" /><Relationship Type="http://schemas.openxmlformats.org/officeDocument/2006/relationships/notesMaster" Target="/ppt/notesMasters/notesMaster1.xml" Id="R24ade96d61b746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097b0cd6b947cb" /><Relationship Type="http://schemas.openxmlformats.org/officeDocument/2006/relationships/notesMaster" Target="/ppt/notesMasters/notesMaster1.xml" Id="R7beac55df1c548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009f824d4444ca" /><Relationship Type="http://schemas.openxmlformats.org/officeDocument/2006/relationships/notesMaster" Target="/ppt/notesMasters/notesMaster1.xml" Id="R5302766da9dd41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c2ac7b0cd2427a" /><Relationship Type="http://schemas.openxmlformats.org/officeDocument/2006/relationships/notesMaster" Target="/ppt/notesMasters/notesMaster1.xml" Id="R8da00540ce5540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2612e11cea46a7" /><Relationship Type="http://schemas.openxmlformats.org/officeDocument/2006/relationships/notesMaster" Target="/ppt/notesMasters/notesMaster1.xml" Id="R127e74a375b844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86eac6fc3d4306" /><Relationship Type="http://schemas.openxmlformats.org/officeDocument/2006/relationships/notesMaster" Target="/ppt/notesMasters/notesMaster1.xml" Id="R027c7d9ae88a44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0800b691374cdc" /><Relationship Type="http://schemas.openxmlformats.org/officeDocument/2006/relationships/notesMaster" Target="/ppt/notesMasters/notesMaster1.xml" Id="Rd51306c5d00f49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5b400ca9394fa1" /><Relationship Type="http://schemas.openxmlformats.org/officeDocument/2006/relationships/notesMaster" Target="/ppt/notesMasters/notesMaster1.xml" Id="R5c594c86e5d1470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2ce5ce3bae4023" /><Relationship Type="http://schemas.openxmlformats.org/officeDocument/2006/relationships/notesMaster" Target="/ppt/notesMasters/notesMaster1.xml" Id="R4a01e9584e244c8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535e876eed4749" /><Relationship Type="http://schemas.openxmlformats.org/officeDocument/2006/relationships/notesMaster" Target="/ppt/notesMasters/notesMaster1.xml" Id="Rfabd1fec34f24a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278921ba844e0b" /><Relationship Type="http://schemas.openxmlformats.org/officeDocument/2006/relationships/notesMaster" Target="/ppt/notesMasters/notesMaster1.xml" Id="R567a44d6c46d4a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8240cfeb964c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54d1b618544bbe" /><Relationship Type="http://schemas.openxmlformats.org/officeDocument/2006/relationships/slideLayout" Target="/ppt/slideLayouts/slideLayout1.xml" Id="Rf8f26cc79ac144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f26cc79ac144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2c2d1135a74798" /><Relationship Type="http://schemas.openxmlformats.org/officeDocument/2006/relationships/image" Target="/ppt/media/image.jpeg" Id="R30640edc3b614ad1" /><Relationship Type="http://schemas.openxmlformats.org/officeDocument/2006/relationships/notesSlide" Target="/ppt/notesSlides/notesSlide1.xml" Id="Rab62965c6f5a4d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bd004e9b9d416a" /><Relationship Type="http://schemas.openxmlformats.org/officeDocument/2006/relationships/image" Target="/ppt/media/image2.jpeg" Id="R899af9cda92e44bf" /><Relationship Type="http://schemas.openxmlformats.org/officeDocument/2006/relationships/notesSlide" Target="/ppt/notesSlides/notesSlide2.xml" Id="Rfee47d064ca44b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cef8676964130" /><Relationship Type="http://schemas.openxmlformats.org/officeDocument/2006/relationships/image" Target="/ppt/media/image3.jpeg" Id="Ra89d313bc8ab4e7d" /><Relationship Type="http://schemas.openxmlformats.org/officeDocument/2006/relationships/notesSlide" Target="/ppt/notesSlides/notesSlide3.xml" Id="Re94e525c75b64f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628c6ae9f4594" /><Relationship Type="http://schemas.openxmlformats.org/officeDocument/2006/relationships/image" Target="/ppt/media/image4.jpeg" Id="Rd0a280902b4245b2" /><Relationship Type="http://schemas.openxmlformats.org/officeDocument/2006/relationships/notesSlide" Target="/ppt/notesSlides/notesSlide4.xml" Id="R2f28770d91024e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bf7f269fe4ddb" /><Relationship Type="http://schemas.openxmlformats.org/officeDocument/2006/relationships/image" Target="/ppt/media/image5.jpeg" Id="Rbfb25b2b39ac465c" /><Relationship Type="http://schemas.openxmlformats.org/officeDocument/2006/relationships/notesSlide" Target="/ppt/notesSlides/notesSlide5.xml" Id="R98b8fcb6454749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5e27374c5430c" /><Relationship Type="http://schemas.openxmlformats.org/officeDocument/2006/relationships/image" Target="/ppt/media/image6.jpeg" Id="Rdf1491f90aac4979" /><Relationship Type="http://schemas.openxmlformats.org/officeDocument/2006/relationships/notesSlide" Target="/ppt/notesSlides/notesSlide6.xml" Id="Rb51d7dbc2c52462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9269e692884961" /><Relationship Type="http://schemas.openxmlformats.org/officeDocument/2006/relationships/image" Target="/ppt/media/image7.jpeg" Id="Rd44345c93ef440ff" /><Relationship Type="http://schemas.openxmlformats.org/officeDocument/2006/relationships/notesSlide" Target="/ppt/notesSlides/notesSlide7.xml" Id="R8ffe0b79044a44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70b83e455c4803" /><Relationship Type="http://schemas.openxmlformats.org/officeDocument/2006/relationships/image" Target="/ppt/media/image8.jpeg" Id="R1d16ebec4adc4164" /><Relationship Type="http://schemas.openxmlformats.org/officeDocument/2006/relationships/notesSlide" Target="/ppt/notesSlides/notesSlide8.xml" Id="R694d8168f9b6494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b5f29339f540e6" /><Relationship Type="http://schemas.openxmlformats.org/officeDocument/2006/relationships/image" Target="/ppt/media/image9.jpeg" Id="R11f9f2ce3a274ac4" /><Relationship Type="http://schemas.openxmlformats.org/officeDocument/2006/relationships/notesSlide" Target="/ppt/notesSlides/notesSlide9.xml" Id="R6bc07ce0c94b44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0fb4ea8844e03" /><Relationship Type="http://schemas.openxmlformats.org/officeDocument/2006/relationships/image" Target="/ppt/media/image10.jpeg" Id="Ref645c9047424e76" /><Relationship Type="http://schemas.openxmlformats.org/officeDocument/2006/relationships/notesSlide" Target="/ppt/notesSlides/notesSlide10.xml" Id="R2c4dc83efe2a41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a7f912f3f4580" /><Relationship Type="http://schemas.openxmlformats.org/officeDocument/2006/relationships/image" Target="/ppt/media/image11.jpeg" Id="R55bca4abb97344d8" /><Relationship Type="http://schemas.openxmlformats.org/officeDocument/2006/relationships/notesSlide" Target="/ppt/notesSlides/notesSlide11.xml" Id="Ref57412be500468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81f1db70c483c" /><Relationship Type="http://schemas.openxmlformats.org/officeDocument/2006/relationships/image" Target="/ppt/media/image12.jpeg" Id="Rc153f5bab11a4780" /><Relationship Type="http://schemas.openxmlformats.org/officeDocument/2006/relationships/notesSlide" Target="/ppt/notesSlides/notesSlide12.xml" Id="Rab99d3a7f24d450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40edc3b614ad1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6267A4-44B8-4701-B9E7-3B0AAD09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4DC6BC-6914-4285-827B-779C074F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7E6112-FA71-43B5-A2E8-1E5D831D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TECNOTITAN CORPORATE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552DB-476A-4A0E-993E-4A366EF5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90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9BEFE-62F6-4052-8C3E-5CCBB301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CFF76-228D-46DB-9DE5-04E99C14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6572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Tecnologia aplicada para empresas que precisam construir o futuro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A3BDA8-F821-4A4C-9C14-3E13CFC5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619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Software, inteligência artificial, videogames, robótica e consultoria de transformação tecnológica da Colômbia para mercados globais.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F157D-9BA2-4395-B403-EC7CF3FC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D49F0C-4CEC-4546-8803-A038DEA8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David Arias Giraldo, CEO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C7778C-DE01-4AAF-B8CE-B5BE58EB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958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6A3D23-047E-4564-9E02-7CEE6689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00650"/>
            <a:ext cx="2076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Investor Deck /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F2C959-DB98-49F3-BE1E-251B96B7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08B68C-C814-4B99-A01C-2CAADFFC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F6D924-607F-4236-A2A7-2A9C3DB0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6 linhas de produto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8588D0-E4F3-4087-8134-6302130F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8EA79C-C980-448F-88E7-254044FC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9917E0-63E5-48C0-91A1-C8B29521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5 divisões tecnológicas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23A485-257E-45ED-A7B4-14782996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6CB431-910C-4A88-BA7A-60C15F31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57E954-6279-4814-BE9A-3994AAF2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Equipe lean em execução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332A0F-2510-40B0-AC7F-7354EB39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A368DC-982A-48DD-A333-20E35B6C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B67B00-C9E3-42CF-BB64-82AAE9DD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28D70D-28F6-4B2A-A15D-B293C762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9697263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9af9cda92e44b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B22F54-D18F-44AA-B7E1-F5BE2351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80F2A-8F61-45A8-820C-8C8A8FBA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592253-623C-424B-95C1-7912B00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049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31B240-5749-4563-B221-6DE9FB55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Empresas precisam de builders, não apenas consultores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E1FD97-84FC-42F4-92D7-2DC5CF8C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A adoção real de IA exige diagnóstico, software, dados, automação e cultura operacional trabalhando como um sistema.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3BED8E-079E-441D-87B8-A6B2EEB2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D90236-F8F9-4B98-A6CA-1E98C273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FA096F-85CB-4FFE-B445-51A9A9D9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IA + software como núcleo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1BBFA0-A71F-4089-8626-D7D3608C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365BE3-3701-4B48-B0A2-B6042F64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84A32D-7446-4BC1-9DA6-F428A6CC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5A67CB-5DDA-4883-95CC-380BBB1D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Experiências interativas de adoção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442233-5774-4AC1-AB13-977A590D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85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828D4E-4151-4A01-A6D2-ECCCA87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793269-5BCC-42B9-8FA8-54FE36B4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9CE60C-B5D2-4DDB-97A1-BADF6CCB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Robótica e automação como fronteira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3B618F-E9EF-44AD-96B8-EA2A14FE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50F866-DC6D-49B4-8EB1-881E1C46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8CCA08-E2AD-4701-9E39-1F38DE39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7BCBF6-C282-4BFA-A1CB-1B583F73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06452718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9d313bc8ab4e7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7D8F90-3020-45F6-AE8F-0981465E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2CAD25-E579-4978-AD35-9145B161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37073-3207-43A9-9F88-9BEE054A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561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82B804-0044-4CAF-B2FD-97EC049E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61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A transformação tecnológica trava quando vive em silos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5949D-1BA7-4C1E-8FAA-BDBBD77A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61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Muitas empresas têm processos manuais, dados subutilizados, pressão para implementar IA e equipes sem um caminho claro de ideias a produtos.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465978-905E-41D4-8EE6-E412BD56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240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24F372-72DA-4596-B6BD-57E26A60B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85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D02311-A1C5-497F-9015-B56D5BD7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668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Trabalho repetitivo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B463D3-622B-45CC-824C-8BE68246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241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573B21-11E2-4085-BB3A-64371CF3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486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E2A8D-5138-4569-B97C-1CA06BDA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69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Dados sem 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374FC3-0BA3-4C12-9EEF-9880D221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242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D25A08-6476-4937-9D5C-A46446A5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861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A7402D-BD85-4CC7-827D-F4255DF7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670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IA sem adoção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C91E58-1077-4021-835E-7B9CF21A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9243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C56C28-6CD4-4F26-8F28-0674704B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0862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D978D-834A-4D0F-A6EC-15455951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671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Talento sem playbooks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6F0EE2-3A6E-475F-AA0B-EEF86E4A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Manual workflows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5D0770-FF02-4A01-AF4A-3B7D9BD6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C43F9E-875B-46E1-A0BD-BF177049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1BDFFD-34AE-4778-B541-DC2D828C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Data activation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C59E7F-3298-413F-81C7-553A846F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48B38F-82F2-4357-85FE-753DBC96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F5A0"/>
          </a:solidFill>
          <a:ln xmlns:a="http://schemas.openxmlformats.org/drawingml/2006/main" w="0">
            <a:solidFill>
              <a:srgbClr val="41F5A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67E4B1-1FFE-4C46-A3E0-332CE6AA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AI adoption gap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438F64-D84F-4AC6-B39B-41745C5B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E4AA18-41DA-4769-98CF-C8848E3E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6B"/>
          </a:solidFill>
          <a:ln xmlns:a="http://schemas.openxmlformats.org/drawingml/2006/main" w="0">
            <a:solidFill>
              <a:srgbClr val="FFCF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71FA2D-1AAD-4387-A3BC-B325D39E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049217-B1B6-4F46-9BF7-6F67EFF5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E9B2CB-C07C-497A-97F9-6F28DAF7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16A74E-30FA-476A-894D-454E40E9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70004115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280902b4245b2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16FC1-9D8B-475D-9F10-4F7EAE16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3CA823-ABFB-4714-83FB-9080AE05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3DA2CE-895D-4065-BDB8-626AFEA0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PLATAFORMA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19958-FAB1-48F1-9010-965B3982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A Tecnotitan transforma consultoria em produto, e produto em plataforma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4F253-344C-4A11-A3DE-9154BF71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Cada projeto alimenta módulos reutilizáveis, conhecimento setorial e capacidades que aceleram novas soluções.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D03670-BB06-498B-BB76-DE419C48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918CF9-7C2C-4A4A-A97B-F08A1641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788341-8FA8-4AC3-A311-1199ECAE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Diagnosticar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3ED319-606B-4B5C-ABEA-D7F4A274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96476C-8B7A-4717-AC89-7AB92C2D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208170-958F-47FC-A7DA-6BCEEC67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E13ED6-A8F6-4248-BAE2-0260B262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Construir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526CF4-D1FA-4B82-A1E5-512A6226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2B0851-BF0F-4C43-B544-007FF24A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7C1C2B-08A1-40FA-9D77-35E06DF9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78911A-F73C-4BC3-82EA-29ED194B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Productizar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3678DB-D2A1-403D-B829-2FAFB927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663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56A65F-F337-4D17-A0BF-B91A04E5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013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6EC26A-45A6-4924-B46C-92C47B88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E3B1B5-294E-4F51-AF30-FC45E7D4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Escalar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0AC635-CAF6-415A-8D98-0664739D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768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Reusable IP, sector knowledge and operating playbooks compound across every project.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53062D-1821-4917-818B-D0EC57D5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967B91-9711-4AA6-9282-65EDC10C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EFCB88-27F6-49CE-84FE-C05A2817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5D2A90-C17F-497E-BD47-F0B7E403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799256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b25b2b39ac465c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311C57-EB60-466A-B183-5D79CF6C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5B819-30CA-4469-B28C-A40DABA1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1A90C-E5E3-46FF-AAF7-930D7BFF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PORTFÓLIO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989F59-1839-4E6D-A1B3-C8A8CF5E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Um sistema de produtos para empresas, talentos e experiências digitais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2E17D0-B729-48F6-B898-DD829697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O portfólio foi desenhado para entrar por necessidades urgentes e expandir para operação, aprendizado e inteligência aplicada.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B16A5A-192D-42A1-A9EF-FBB6AF1C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53EA6-E846-4D7E-9145-56A65DCA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Copiloto Pyme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5CFA7B-DCC5-4621-8594-82CA6805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DA7A06-4189-42BE-8B5C-E8502495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0BBD7E-0A40-47A8-A45F-AFD32869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1CFDA8-5E44-4F83-8B55-B36FB44A1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Life Copilot app móvel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BBBD65-7285-4E06-B8A4-D1152869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AE6365-4ADE-498E-9600-8C3A30D7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Engine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B2A6C6-7E50-44BC-A013-78DEB517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F26B17-236E-4760-B1FD-9DCACE6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Academia 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30A4C1-089E-48EB-9620-B74CD390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AB8BBC-AAFF-4439-85EB-DF64E66D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Call Center AI 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4EF715-2204-420B-97AD-5DB37E69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52D7C0-C8C1-427B-8F71-248A9E07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A5328D-5CD9-491B-A5E5-432D7E4B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DC3FA3-CF17-45B5-9F4A-AFC1FE16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2949142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1491f90aac497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E87FF2-9EBE-4CE1-B76D-8BD1708B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B03D4-3B8D-4B6B-85A8-9F0CA82C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15CB3-525F-413D-A607-8EFB5696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SERVIÇOS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77CF2-3E32-4E56-AD48-D9B4588E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Consultoria acelera receita e aprendizado de mercado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70EF2-0651-4A12-96D0-6DD66370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Os serviços geram confiança, revelam problemas reais e convertem implementações em ativos repetíveis.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FE29D7-E492-4B74-84B5-C3197D6A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E3AA6E-B07A-4F82-9678-7D88015A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59701E-7ECB-4DD6-9198-712D0674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Diagnóstico de 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B3D71A-7B60-4150-A389-9E5E92EC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15F94-32D3-4837-814A-5C946C7F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88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1F14F2-99EE-41FA-81A4-E4053603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C5E830-3E7A-438E-81C4-DE6B6AFC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Roadmap tecnológico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CFFA3C-5464-4843-9BB0-ABDC7E29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C24103-7D07-4DE5-BB50-968D0E62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526EB-6300-4D00-83BE-4886BDCE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DB30B2-297F-4EFB-80F4-EC9F2C26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Implementação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817D0F-D65C-4904-AF14-9494DD23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F34499-113E-4058-B825-E8D27599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963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CB60F9-3789-4142-B246-0633EDFE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3C9D73-531F-44A3-A2BB-EF9C4A56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Adoção e treinamento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138860-DA56-4068-AD12-636C8E43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292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Services are the market-sensing engine that turns demand into product decisions.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835762-17EE-43A7-AAC3-3362B4BF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4EF9F7-E337-4295-88F9-D76F88C8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CD4254-59AA-464B-B6E0-9D0FB7A0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3545AB-1B63-4E9B-B27F-F519CDEA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43431477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4345c93ef440f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1625C-BB2A-4A86-8664-383FA951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C0D146-C281-4CEB-B92C-015ED3FA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A8AA3B-24D4-4ECB-B7FC-52CFC27A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DIVISÕES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0A3F8-A610-48F1-ACD7-5AF43619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811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Cinco divisões compartilham IP, dados e talento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4E6414-2642-41E9-97A2-85829B36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Software, IA, videogames, robótica e transformação tecnológica operam como uma arquitetura comum, não negócios isolados.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478FA-5C97-4BE7-B7AE-A6732523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052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117">
              <a:alpha val="93333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90E10-94A1-4474-982E-4DD6C7E0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676650"/>
            <a:ext cx="1676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</a:t>
            </a:r>
          </a:p>
          <a:p xmlns:a="http://schemas.openxmlformats.org/drawingml/2006/main">
            <a:pPr algn="ctr">
              <a:defRPr sz="16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A26D63-9D6C-4FDB-8449-CA86AADF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3360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4378FD-B458-44FF-BA11-6027D51D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05050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Software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43992B-C4A1-4005-B264-864B931E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4574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634645-4D41-4960-8ACB-46449F7F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664" y="3199821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2F5E72-8785-42B6-BE56-51C816CA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114" y="3371271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Inteligência artificial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C224E-AE72-484C-A926-CA227FA8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23671"/>
            <a:ext cx="309811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F0E121-29C5-47DF-9D60-E244F7B3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290" y="4925004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2A31F7-9651-4D3D-A6F4-9B9322F8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740" y="5096454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Videogames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9402D9-8D69-410D-A73F-91AFCF60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000500"/>
            <a:ext cx="191474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926F86-97B3-4DBA-8BAA-4D73534C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6810" y="4925004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474844-22EF-478F-9B23-1E2FF2B5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260" y="5096454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Robótica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8A6515-7DB1-4E1D-A2EC-12F1BB86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560" y="4000500"/>
            <a:ext cx="191474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F1F560-CA0A-4AE6-9A83-A169711C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436" y="3199821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F08053-12FB-4996-9E35-66D942C8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886" y="3371271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Consultoria tecnológica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688F99-3E4C-4C79-A37D-4893B88E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1186" y="3523671"/>
            <a:ext cx="309811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D59102-A0B3-4A34-9715-110053EC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032EF8-CB83-40DC-8E25-384457B0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3AFB57-0A4A-4095-BC68-152ED459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6D2BAE-0953-4EEC-A84A-F906C497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16881551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6ebec4adc416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3137E-BE38-4DFA-9281-B80B646C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59BF3C-F4EE-40BC-B7C8-E4137555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D363A-DEEF-4E36-BC12-C143D4F2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600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MODELO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225CF-78D9-48A4-BF9F-EF4A2B7E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6000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Receita de serviços hoje, produtos escaláveis amanhã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31495-153B-48F5-9366-20FCE61D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00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O modelo combina consultoria, implementação, assinaturas, licenciamento, academia e futuros spin-offs tecnológicos.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DD687-2D95-4F8A-B7D5-AD732870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015D1-D158-4FA8-B2D4-74CA90A0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30E8F-CABC-4B5B-A0F7-CE6E37BB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Serviços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5A2391-B102-4793-9C31-EFAF839C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8B2320-7360-4BE4-8FDD-90B1958A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1CCB7E-6860-4E6E-9EB8-DFBD7DA2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89F11-7B9E-4F17-A987-9532A9BF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SaaS e licenças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B711FD-EE08-4D8D-BD0B-D99F889E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9A57C3-0F8B-455D-B8A7-9A997DE5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3FF84F-8124-444C-90FC-FB9918C2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2AB8FF-1038-4BDD-AE24-8CCCFC0D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Academia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234BDE-49E0-4CB6-A5FD-7753B91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88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37D5A3-8F78-424D-AD13-C1B8921F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638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2A6510-71C6-4DAE-96C3-42472216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90BDBF-93E2-4596-AAA2-6A29A7CE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Ventures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CF2AD8-5ECD-451B-95A1-CDB91C04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790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Each layer can monetize independently while feeding data, references and reusable modules back into the platform.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11F352-21FA-4A2B-B918-34B097E5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8651D8-88DA-40DE-AD61-370701FA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B5006F-C3AA-4C73-B711-3463AD7E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8C55DC-F1E8-4D8B-8C9C-4532383B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79700234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f9f2ce3a274ac4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D395F-534C-415D-8FA0-8824B658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7732E5-1B3A-44CA-A400-054C6447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C35E4-D1D2-467E-BCC9-C25CC2AC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GO-TO-MARKET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BEBD5-9384-4967-B5AF-0C1B1CC0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Entrar pela dor operacional, expandir pela plataforma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0321D0-6065-471A-A6CA-60E37B0A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A Tecnotitan pode começar com projetos de IA e software para empresas e expandir com produtos que resolvem casos recorrentes.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E9BB8-0FE8-4FEE-82BD-C6881A7D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4478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308C02-5F29-4B74-A921-0D04842E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6097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B0A7C6-5287-4F9E-A9F6-ABC34611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906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LatAm como 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6B5A8A-7A60-4CF3-8FC8-76C9F3E8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8CA332-CF82-427E-85D2-A364A4C0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098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0296B9-CD95-4728-AE28-E4076981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Médias empresas e corporativos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99504E-4FC3-4A99-8EC1-D6AC6869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480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1B70E8-C612-4B84-AD37-DF2FD697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09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10D2C3-4ECA-4FCE-A096-989B4D01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908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Parceiros globais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7437BC-63F3-4DB1-9123-997FDBBC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481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A8C30C-0DD2-4503-82C2-A30EB761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10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4BA2A3-45B0-4F3B-B288-3A0618E9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909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Investidores estratégicos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052E2B-90CB-42D4-AFBA-039D78B0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BD17E3-D73F-4028-B70E-E95942BD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5E25CD-BFB6-41E4-91D4-A3ADE938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D80188-958F-4FE8-8DD0-CC82FA08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430186-2783-41E3-90B8-7ADEF542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900048-C8E1-426C-A386-BE25B95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5491F7-DFB1-46CD-8603-3C0B32CD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C13EDF-97C1-46B3-BB97-4475867E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FC069A-13D2-472A-A770-57678384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05F685-E9B5-4326-86F0-4E87067C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32B1D-EFF0-4DD9-B71B-1B73DE7A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 expansion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2CE9E8-12E9-4D6F-9BCC-48BE9C73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D5516E-E755-4401-9F11-5F86BB7B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492707-5A95-4177-94EE-ED6108CF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49F32B-7F1D-44BA-9CA4-CA4BE614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Strategic partner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4E21C8-E3C1-4D60-BF50-8788E75A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7F9B6D-44CB-4E35-8F25-A7CA647C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D6A887-9378-4AB9-9547-BFE0838F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360D9F-2674-4429-B665-E01D3E4D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62569001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645c9047424e7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32064-B1BA-4274-8BB5-4D1AD992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43ABFE-DF40-475D-A555-C5E8EF3A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781CA-5608-4D56-BA68-24240C32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EQUIPE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2E6A99-3B33-46EE-A9E9-C71B12AE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09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Equipe fundadora lean com foco em execução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99A84-BF53-4D16-84B2-7EAEFBA1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09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David Arias Giraldo lidera a visão como CEO. Hoje a empresa conta com uma consultora em tempo integral e dois programadores.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B543CD-84DF-4603-B57D-4E2C2E48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F12EA3-AE4D-4853-8F34-6DD538F4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CEO fundador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3F43D1-A304-440A-9DEC-8AB08A2A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10B594-8331-4359-A819-676482CF1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Consultoria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D187EB-D6D7-48BB-B08B-596D8A2D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B92AB-F2DB-49ED-A4B0-C12881A5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Engenharia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559198-8B98-486E-80DF-4177BD62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288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AD1124-4DCD-4E08-9260-4326A13C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738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Próximas contratações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27553F-AB3C-45CE-B376-27831D2A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Hiring priorities: product engineering, AI delivery, sales development and investor relations.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361FEA-E758-4A48-8BA9-D54D9808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3BCB44-2E72-4052-8EA9-2DADC93E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FE3EB0-1BF0-4823-B224-C9349C93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CEE378-3B94-4169-BB12-57F0224E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72460924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bca4abb97344d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D0087-BFE0-4035-A38B-7CD72A38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492BDD-A17A-4BB5-8849-448E2426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766172-2A39-401B-BC4B-A52EEFB6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404B9A-974D-4698-9367-3976C005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905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Da validação a uma plataforma tecnológica regional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9D6077-BF7D-4FBC-BE2F-0BA1A66E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90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A rota prioriza casos reais, produtos próprios, automação interna e expansão comercial com foco investor-ready.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AE1D2-D386-4029-AA83-29ACF3E0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FBFB09-D21E-4434-9F77-E188FCB5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B0F6BA-3BE7-4C9C-99E3-E4A6306E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2026: casos e MVPs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7F5311-B068-40D5-955A-C9F1A119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85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1409DA-FD1A-445D-B72E-1D1F7D37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306F53-0883-470A-A261-A7AF07E4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4D5838-DE5A-4D52-9204-421AB15A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2027: produto e 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F737E0-0925-4337-985C-E2D21D60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3F15A1-674D-4D83-931C-4173AF02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3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2CEB7A-5FF7-4878-BDDF-B5F13A7D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FED07B-4FF0-4F5E-B72C-7DBBF110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2028: escala regional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811513-1A3A-4E71-ABEC-8A922BDC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21EAE4-5329-4A9B-B8CA-E2AFE589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866C1F-07CE-4C60-81BA-8ADFC4A7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9C7BAC-909F-4457-8837-0599EC35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14292928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3f5bab11a478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3CAE7-EA81-4F51-9910-0BDDB5DE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A516D-9064-46AA-92D0-A286E6FF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0C814-053D-47F5-8E2A-9E9002A4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47750"/>
            <a:ext cx="6572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INVESTIMENTO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CF8F3E-44E9-4C1B-8C5B-3D71C4E3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57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Buscamos capital e aliados para acelerar produto, vendas e talento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EA3F0D-55AC-4EEE-A844-725FEBC6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657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A Tecnotitan está construindo uma empresa tecnológica multidivisão com ambição global a partir da América Latina.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1E7826-4DF8-445D-8A54-ABCFA3A2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430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389872-09E5-4831-9416-8305D1B3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049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CD7E12-BEC0-4959-BBC4-F546EED2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859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9BD241-0CF4-470A-B46E-C6E819F4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8D8DBA-8159-4879-841F-253E29CD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CB7D57-CF6F-4A8C-A9E2-FE227F7E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Vendas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CFA5E2-EAD7-4A68-95EC-A38F1E45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D211EB-1274-4938-8627-911201A6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AEDAB0-A9FC-469A-9C72-4A736594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Talento técnico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C5AB5B-E681-421D-AC8A-F3C7CE25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F8A4AB-CD24-4185-92A6-F017EA21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263361-8C78-4744-9320-DA1D04D1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Data room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709D58-CD5B-445F-9549-DE60993E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6667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33687-A3CF-4E16-85BE-83C457A7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523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info@tecnotitan.com  |  www.tecnotitan.com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10CA3D-B611-4DEF-8C12-C804F6F6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A15E1F-5281-4C9B-A790-322DD583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21CEC5-5346-46C9-BFF3-05895FAE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EF150C-E33E-4A1E-A698-F09A74EE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6952562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2026-06-06T03:55:00.0350000Z</dcterms:created>
  <dcterms:modified xsi:type="dcterms:W3CDTF">2026-06-06T03:55:00.0350000Z</dcterms:modified>
</coreProperties>
</file>