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de7d0d32ea4b11" /><Relationship Type="http://schemas.openxmlformats.org/officeDocument/2006/relationships/extended-properties" Target="/docProps/app.xml" Id="Rcd8926503b324e56" /><Relationship Type="http://schemas.openxmlformats.org/officeDocument/2006/relationships/officeDocument" Target="/ppt/presentation.xml" Id="Rea1e025a17ac44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7d4d29fbb94c5e"/>
  </p:sldMasterIdLst>
  <p:notesMasterIdLst>
    <p:notesMasterId xmlns:r="http://schemas.openxmlformats.org/officeDocument/2006/relationships" r:id="Rb2c3f37150174e8a"/>
  </p:notesMasterIdLst>
  <p:sldIdLst>
    <p:sldId xmlns:r="http://schemas.openxmlformats.org/officeDocument/2006/relationships" id="256" r:id="Raa0faa175f9e4e52"/>
    <p:sldId xmlns:r="http://schemas.openxmlformats.org/officeDocument/2006/relationships" id="257" r:id="R77b6a12169c6439c"/>
    <p:sldId xmlns:r="http://schemas.openxmlformats.org/officeDocument/2006/relationships" id="258" r:id="Rbb610b4be83c4b2a"/>
    <p:sldId xmlns:r="http://schemas.openxmlformats.org/officeDocument/2006/relationships" id="259" r:id="Rae70bc1581f440d5"/>
    <p:sldId xmlns:r="http://schemas.openxmlformats.org/officeDocument/2006/relationships" id="260" r:id="R61f3392a65a14a0e"/>
    <p:sldId xmlns:r="http://schemas.openxmlformats.org/officeDocument/2006/relationships" id="261" r:id="Rd89501a99df546cc"/>
    <p:sldId xmlns:r="http://schemas.openxmlformats.org/officeDocument/2006/relationships" id="262" r:id="R84001194882a44e4"/>
    <p:sldId xmlns:r="http://schemas.openxmlformats.org/officeDocument/2006/relationships" id="263" r:id="Rf2d0924e2ef640c1"/>
    <p:sldId xmlns:r="http://schemas.openxmlformats.org/officeDocument/2006/relationships" id="264" r:id="R60d9f85b14614743"/>
    <p:sldId xmlns:r="http://schemas.openxmlformats.org/officeDocument/2006/relationships" id="265" r:id="Rb6b5a708625c41d9"/>
    <p:sldId xmlns:r="http://schemas.openxmlformats.org/officeDocument/2006/relationships" id="266" r:id="R13b40baeaf854e27"/>
    <p:sldId xmlns:r="http://schemas.openxmlformats.org/officeDocument/2006/relationships" id="267" r:id="R1996e6d756064ba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f59de133294366" /><Relationship Type="http://schemas.openxmlformats.org/officeDocument/2006/relationships/slideMaster" Target="/ppt/slideMasters/slideMaster1.xml" Id="Rf17d4d29fbb94c5e" /><Relationship Type="http://schemas.openxmlformats.org/officeDocument/2006/relationships/notesMaster" Target="/ppt/notesMasters/notesMaster1.xml" Id="Rb2c3f37150174e8a" /><Relationship Type="http://schemas.openxmlformats.org/officeDocument/2006/relationships/presProps" Target="/ppt/presProps.xml" Id="Rc6670bfe156940c4" /><Relationship Type="http://schemas.openxmlformats.org/officeDocument/2006/relationships/viewProps" Target="/ppt/viewProps.xml" Id="R10e23c69a8d14095" /><Relationship Type="http://schemas.openxmlformats.org/officeDocument/2006/relationships/tableStyles" Target="/ppt/tableStyles.xml" Id="Rae8f4818c6394fab" /><Relationship Type="http://schemas.openxmlformats.org/officeDocument/2006/relationships/slide" Target="/ppt/slides/slide1.xml" Id="Raa0faa175f9e4e52" /><Relationship Type="http://schemas.openxmlformats.org/officeDocument/2006/relationships/slide" Target="/ppt/slides/slide2.xml" Id="R77b6a12169c6439c" /><Relationship Type="http://schemas.openxmlformats.org/officeDocument/2006/relationships/slide" Target="/ppt/slides/slide3.xml" Id="Rbb610b4be83c4b2a" /><Relationship Type="http://schemas.openxmlformats.org/officeDocument/2006/relationships/slide" Target="/ppt/slides/slide4.xml" Id="Rae70bc1581f440d5" /><Relationship Type="http://schemas.openxmlformats.org/officeDocument/2006/relationships/slide" Target="/ppt/slides/slide5.xml" Id="R61f3392a65a14a0e" /><Relationship Type="http://schemas.openxmlformats.org/officeDocument/2006/relationships/slide" Target="/ppt/slides/slide6.xml" Id="Rd89501a99df546cc" /><Relationship Type="http://schemas.openxmlformats.org/officeDocument/2006/relationships/slide" Target="/ppt/slides/slide7.xml" Id="R84001194882a44e4" /><Relationship Type="http://schemas.openxmlformats.org/officeDocument/2006/relationships/slide" Target="/ppt/slides/slide8.xml" Id="Rf2d0924e2ef640c1" /><Relationship Type="http://schemas.openxmlformats.org/officeDocument/2006/relationships/slide" Target="/ppt/slides/slide9.xml" Id="R60d9f85b14614743" /><Relationship Type="http://schemas.openxmlformats.org/officeDocument/2006/relationships/slide" Target="/ppt/slides/slide10.xml" Id="Rb6b5a708625c41d9" /><Relationship Type="http://schemas.openxmlformats.org/officeDocument/2006/relationships/slide" Target="/ppt/slides/slide11.xml" Id="R13b40baeaf854e27" /><Relationship Type="http://schemas.openxmlformats.org/officeDocument/2006/relationships/slide" Target="/ppt/slides/slide12.xml" Id="R1996e6d756064b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7753f9523940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ef98d5109048ed" /><Relationship Type="http://schemas.openxmlformats.org/officeDocument/2006/relationships/notesMaster" Target="/ppt/notesMasters/notesMaster1.xml" Id="R59d6d4548c6545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b7ed3faf2842a5" /><Relationship Type="http://schemas.openxmlformats.org/officeDocument/2006/relationships/notesMaster" Target="/ppt/notesMasters/notesMaster1.xml" Id="Rcf96a5f8f1ba43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d8157477454d9d" /><Relationship Type="http://schemas.openxmlformats.org/officeDocument/2006/relationships/notesMaster" Target="/ppt/notesMasters/notesMaster1.xml" Id="Ra42cc2bd751a45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e35091a71240ba" /><Relationship Type="http://schemas.openxmlformats.org/officeDocument/2006/relationships/notesMaster" Target="/ppt/notesMasters/notesMaster1.xml" Id="R2eac1a1999bc42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ebacef80dd4064" /><Relationship Type="http://schemas.openxmlformats.org/officeDocument/2006/relationships/notesMaster" Target="/ppt/notesMasters/notesMaster1.xml" Id="R661911cde87849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85d93990b24907" /><Relationship Type="http://schemas.openxmlformats.org/officeDocument/2006/relationships/notesMaster" Target="/ppt/notesMasters/notesMaster1.xml" Id="R2e08914352e242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4474e1b2804ae7" /><Relationship Type="http://schemas.openxmlformats.org/officeDocument/2006/relationships/notesMaster" Target="/ppt/notesMasters/notesMaster1.xml" Id="R43feb5498b344a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e04a512dd34f13" /><Relationship Type="http://schemas.openxmlformats.org/officeDocument/2006/relationships/notesMaster" Target="/ppt/notesMasters/notesMaster1.xml" Id="Ra9cad62232e54b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8fd7d2480d4526" /><Relationship Type="http://schemas.openxmlformats.org/officeDocument/2006/relationships/notesMaster" Target="/ppt/notesMasters/notesMaster1.xml" Id="R7231c782d9d049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c6736cdcb54351" /><Relationship Type="http://schemas.openxmlformats.org/officeDocument/2006/relationships/notesMaster" Target="/ppt/notesMasters/notesMaster1.xml" Id="Rc03114353e4c45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c9be7c888144a5" /><Relationship Type="http://schemas.openxmlformats.org/officeDocument/2006/relationships/notesMaster" Target="/ppt/notesMasters/notesMaster1.xml" Id="Rdc93dfe0ba7c49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ecacac26534bf5" /><Relationship Type="http://schemas.openxmlformats.org/officeDocument/2006/relationships/notesMaster" Target="/ppt/notesMasters/notesMaster1.xml" Id="R1f78a48895de4f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98002ceb034a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cfa1aaf7b74033" /><Relationship Type="http://schemas.openxmlformats.org/officeDocument/2006/relationships/slideLayout" Target="/ppt/slideLayouts/slideLayout1.xml" Id="R0ba7d2599e4a47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a7d2599e4a47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f4583702c4d18" /><Relationship Type="http://schemas.openxmlformats.org/officeDocument/2006/relationships/image" Target="/ppt/media/image.jpeg" Id="R773c01d6adf94db3" /><Relationship Type="http://schemas.openxmlformats.org/officeDocument/2006/relationships/notesSlide" Target="/ppt/notesSlides/notesSlide1.xml" Id="R0eeb553d65944c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3dfd8dd7b43ff" /><Relationship Type="http://schemas.openxmlformats.org/officeDocument/2006/relationships/image" Target="/ppt/media/image2.jpeg" Id="R22c56ef803f7490a" /><Relationship Type="http://schemas.openxmlformats.org/officeDocument/2006/relationships/notesSlide" Target="/ppt/notesSlides/notesSlide2.xml" Id="Rd0362df01fd946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38efd1cc34297" /><Relationship Type="http://schemas.openxmlformats.org/officeDocument/2006/relationships/image" Target="/ppt/media/image3.jpeg" Id="R0057652b29e24f38" /><Relationship Type="http://schemas.openxmlformats.org/officeDocument/2006/relationships/notesSlide" Target="/ppt/notesSlides/notesSlide3.xml" Id="Re184f6021df647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693cadfeb4310" /><Relationship Type="http://schemas.openxmlformats.org/officeDocument/2006/relationships/image" Target="/ppt/media/image4.jpeg" Id="R2fc771650e394c22" /><Relationship Type="http://schemas.openxmlformats.org/officeDocument/2006/relationships/notesSlide" Target="/ppt/notesSlides/notesSlide4.xml" Id="R436b49cda11442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4fe8689d3439c" /><Relationship Type="http://schemas.openxmlformats.org/officeDocument/2006/relationships/image" Target="/ppt/media/image5.jpeg" Id="Rb76edd0d8ee34bf2" /><Relationship Type="http://schemas.openxmlformats.org/officeDocument/2006/relationships/notesSlide" Target="/ppt/notesSlides/notesSlide5.xml" Id="Re9032124b26a4f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23b9ef3684abe" /><Relationship Type="http://schemas.openxmlformats.org/officeDocument/2006/relationships/image" Target="/ppt/media/image6.jpeg" Id="Rffa9eb803b544ed3" /><Relationship Type="http://schemas.openxmlformats.org/officeDocument/2006/relationships/notesSlide" Target="/ppt/notesSlides/notesSlide6.xml" Id="R3fdc18e3aa3a4a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821eda2d941bb" /><Relationship Type="http://schemas.openxmlformats.org/officeDocument/2006/relationships/image" Target="/ppt/media/image7.jpeg" Id="Rdd428c62469d49c3" /><Relationship Type="http://schemas.openxmlformats.org/officeDocument/2006/relationships/notesSlide" Target="/ppt/notesSlides/notesSlide7.xml" Id="R1fb96f067b6a40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a17f8cb3c40ee" /><Relationship Type="http://schemas.openxmlformats.org/officeDocument/2006/relationships/image" Target="/ppt/media/image8.jpeg" Id="R0836378538c440f7" /><Relationship Type="http://schemas.openxmlformats.org/officeDocument/2006/relationships/notesSlide" Target="/ppt/notesSlides/notesSlide8.xml" Id="Re69ca705135347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954f212774a65" /><Relationship Type="http://schemas.openxmlformats.org/officeDocument/2006/relationships/image" Target="/ppt/media/image9.jpeg" Id="R6542330d81524708" /><Relationship Type="http://schemas.openxmlformats.org/officeDocument/2006/relationships/notesSlide" Target="/ppt/notesSlides/notesSlide9.xml" Id="R302a05c5542b40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a4dbf7d434250" /><Relationship Type="http://schemas.openxmlformats.org/officeDocument/2006/relationships/image" Target="/ppt/media/image10.jpeg" Id="Ra5c89d37d7fa42aa" /><Relationship Type="http://schemas.openxmlformats.org/officeDocument/2006/relationships/notesSlide" Target="/ppt/notesSlides/notesSlide10.xml" Id="Rf0b19a4e6dc74c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1951548ca4b70" /><Relationship Type="http://schemas.openxmlformats.org/officeDocument/2006/relationships/image" Target="/ppt/media/image11.jpeg" Id="Rdcd4eede9e59446d" /><Relationship Type="http://schemas.openxmlformats.org/officeDocument/2006/relationships/notesSlide" Target="/ppt/notesSlides/notesSlide11.xml" Id="Rea50df343d144d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463985ed44da3" /><Relationship Type="http://schemas.openxmlformats.org/officeDocument/2006/relationships/image" Target="/ppt/media/image12.jpeg" Id="Rcfbb6cceac164115" /><Relationship Type="http://schemas.openxmlformats.org/officeDocument/2006/relationships/notesSlide" Target="/ppt/notesSlides/notesSlide12.xml" Id="Rd1a9746961e2413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3c01d6adf94db3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5216A-F50E-4931-B259-B276EF2F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220A7-5669-46B4-91A5-BBB7CED5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C9234A-55FB-42E6-BF8E-6F559859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977E0-C595-40C5-B55B-C20942EE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9918A-8674-47FA-8AD7-56FDE30B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DCF8C-7B78-4D2A-91FD-7C02B314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Tecnología aplicada para empresas que necesitan construir el futuro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79AFC-4019-418B-B09D-4E4E207D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inteligencia artificial, videojuegos, robótica y consultoría de transformación tecnológica desde Colombia para mercados globales.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FC5495-50A3-4791-9FFA-F3B445B7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A818D-3A8A-4480-8AEC-0082D342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A14488-EE70-4317-A3F4-F10C9CBD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12D32-F5AB-4AC6-957B-A1A5EB06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43AE7-A491-4020-BA60-7B6C0AF5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8DA94-9D98-4717-AC6C-2971C01D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3928A-1FC6-4056-A048-4F86180C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 líneas de producto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4CF8C0-8D49-4443-9C0C-4D496A21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086387-C375-4671-9D7F-794BC081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AAC5B-FA34-4B5D-B9F5-EDFF54CF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 divisiones tecnológicas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1168F-81CD-4307-8497-A1D477E6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04CFD-584D-4CEF-A742-813C2393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F90060-B934-4DE6-9CD4-6781685E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Equipo lean en ejecución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D9CCE-B645-4B0C-8643-B46C7767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F110F-2474-44DB-B1DF-BA75759D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2FA4F7-780D-4415-BC35-2B4D05EE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63B9AB-C029-4796-AB82-023FBD3E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110141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56ef803f7490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18AF91-EFE9-4137-BB04-C883DA2A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A1ADA-4DBE-47FF-99FA-5A3B6D76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3B245-3ABF-40DD-8000-BC1ABFB5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00337-A718-4033-9195-77A6E112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Las empresas necesitan builders, no solo consultores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ECEA2-241D-48E6-B015-47690D9D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La adopción real de IA exige diagnóstico, software, datos, automatización y cultura operativa trabajando como un sistema.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EF8B39-8B79-4090-B4C0-1D1D897E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80FE5-8B7E-4CEB-8677-0754CED6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CE9F0-3AAF-4BE1-8462-9519D40E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software como núcleo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F9F92-FD74-4C51-AEBA-F89C6FA5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1EB544-EF4A-4ABE-91BE-D795EA28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2F9446-77EE-4727-86AB-CCEAFB5A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B61E1-27E9-4207-A6CE-32690521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Experiencias interactivas para adopción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204F8-01DD-4AD9-8D4B-6EF4157A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15F487-212B-4656-8899-7AF2CF6E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6805C-4A51-4408-962E-3C6E33D5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CF802-5B0D-4F7D-9E8C-B99B0CC5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 y automatización como frontera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939AE-B2ED-4E9C-A39F-F0DE4AF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C89783-2443-47A2-A194-52528A4E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65E40E-C017-4AC7-8BEB-8AEFA4BD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5132B9-EB6F-4780-BE0B-0960502E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2404115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7652b29e24f3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46C1F-32CC-4B87-A700-4E592797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7C981-4E4F-436E-8436-FE7B80C0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0E019-79A6-4EB4-A485-13A3FE18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4C50E-DC36-460C-BD50-7AB7570C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La transformación tecnológica se queda corta cuando vive en silos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81886-BA6B-417F-908B-9C1A150D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Muchas compañías tienen procesos manuales, datos subutilizados, presión por implementar IA y equipos sin una ruta clara para convertir ideas en productos.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3E19E1-4924-485A-9D6C-9CA71431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366B6-4800-489F-8FA9-AE607BC5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B229E-4013-40FD-8799-689A4299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Procesos repetitivos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ECE99-2E03-4DFB-B39A-CC1A45AF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DC516D-10F6-4E97-B7C1-E47BCE0F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4B072-E9FF-463D-9715-1E8DAC54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Datos sin acción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1170A-6C8C-4933-9E27-71130F1E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B4291-F4F0-4FC6-85B8-2A7C664A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5B081-B39B-4153-8169-51401E52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IA sin adopción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A0733E-0ADF-4FC7-B820-78C9C913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7125F9-3EFC-4448-8B51-AAFFCABE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0114B7-03E5-440D-98B7-98B90450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sin playbooks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877636-5309-4D6A-9B3A-6A8B4F87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0E18F0-60CC-46F1-8B1A-7102AC55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335E8-3F21-4742-BA97-0EB020BA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73784C-0B19-4387-A322-9E064629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A27D0C-343C-4C08-B734-2CD38C2E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6E41C8-6D26-464F-BD23-2671CBFC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4BCB17-7EB4-4D1B-A0E2-C1D6B174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AE8FD2-4813-4633-AD56-FEC49D68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2C769C-0533-4895-81D0-CD9B1C2B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35F8DC-1936-459C-AA76-A260F5EA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2EB017-4035-4200-971C-A3963518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A82290-9571-4F38-8D51-6ABDF519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ADF830-938B-46E1-AEF0-B11C71E1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364482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771650e394c22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4AA8C-510C-42DC-8DD6-2896B65A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E0D84-5E65-4C99-A30E-C3C99097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3D04E-1445-4800-8F8A-842ED678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PLATAFORMA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E2E9A-B3E6-4F42-8D83-719116A1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 convierte consultoría en producto, y producto en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41852-56AE-452A-A40F-F3CAFC2D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Cada proyecto alimenta módulos reutilizables, conocimiento sectorial y capacidades que aceleran nuevas soluciones.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C2AEA2-A240-48D3-9C8D-B5A49487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2B4AA-60F9-4C3B-BACE-E2B4D901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3AB1E-502B-49F5-9032-CB74958A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Diagnosticar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A172C4-8EE6-446E-A480-035E0AD6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F52A9-BC15-4E31-ACB4-DF97A8B6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07782-E93D-443F-9A34-5043546B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AAD97-D958-4095-96EA-56D16A7D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Construir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A2339E-F33F-4792-BB05-24FE5F8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72126-F3F5-44AE-82C7-900CB8ED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FC56B-86BE-49AB-86CF-FBB5F45E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40BA1-6418-40CA-ABF4-01691DA5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Productizar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3D33C1-2ABF-4532-9B81-A050144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8C0C82-FAA4-451D-9468-8EF056ED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D79A4E-7D2C-455A-9C74-F5EEA57E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C1E351-DB82-420C-88FB-30A40BBB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Escalar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E0B16-7761-498A-9B88-5C8B8026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4C1DE7-EC1E-4EA4-A7CD-83BDEE9E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935A99-3110-4411-A430-8560DD78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3940BF-491F-412A-A9D6-6FF9F729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8B3CDF-7683-4DEC-AAA1-44D372AF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229362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6edd0d8ee34bf2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C549A-2ECF-43A7-8E67-6D0DCE3E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A0FE6-A181-4AA6-97FB-BCFE3DF6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058FF-B877-486A-A077-F1F23607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PORTAFOLIO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CEF7C-5C86-415B-A2A0-A8DE203D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Un sistema de productos para empresas, talento y experiencias digitales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FAAA9-9D64-47B0-9494-7AA623B3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El portafolio se diseña para entrar por necesidades urgentes y expandirse hacia operación, aprendizaje e inteligencia aplicada.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29BD-3D6F-4DFA-BC25-A357A3D0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B5109C-A8C2-4F5F-AE40-A112362F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CC458-6EA4-48AE-9872-A9272BC1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53C17-7B5E-4045-9689-6440AD3A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3518BB-653F-4271-A1F5-6597537E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26934-AD38-46B0-9055-3D1371BA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8D9FFD-018F-4361-A61C-24154C2A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14250B-BC72-4690-8E6D-ECAA556A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0BA743-7DFF-4A86-9510-6AE53167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1F0D0-508A-4982-94F2-D0BF773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 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C08CEE-4229-4A40-9867-896D85C0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4C1D22-B96B-4357-90CE-935C0450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Call Center AI 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36418-B7D4-4C32-AED5-1B909D42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B8F109-917F-44A2-85F3-6701279E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391B16-3488-4C04-B22A-DE37A981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4B813-C1C7-4C41-824E-54E32667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0923540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a9eb803b544ed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F5E32-8385-4755-8754-0E275203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BD3BC-CE08-40FE-88B9-4423EBF9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AE6DE-15FF-4762-B95F-FFD91326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SERVICIOS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118C6-41DD-41F6-88CA-40113954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La consultoría acelera ingresos y aprendizaje de mercado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56344-B7C8-4698-AA69-D6785737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Los servicios generan confianza, descubren problemas reales y convierten implementaciones en activos repetibles.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E30D9-F38A-4810-AB49-11AA57DC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79EE51-A953-47E5-A4E1-78E46481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E7821-1F5E-46CE-B155-BB819CAF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Diagnóstico de 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6F2EC-502D-46CD-AC2A-136387CF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35BC2-DAF7-40D9-8A2B-E7A9F807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A5C39-3DBD-475D-8E60-D99C3AD3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9F515C-1D8F-42E7-8B2A-D14805AB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Roadmap tecnológico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BCBFA-4B62-4172-86BE-14EFE56C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ADC4A-F666-42F9-A09D-EC244537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C510D1-CDD2-4061-A767-97448979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1751AA-79E8-4197-A394-8C1B407B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94FF7B-B4B9-4184-BC0D-92E15F3A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F16D22-F7C8-4DC5-B11D-A6CB6A09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6B4C85-7E54-4CEC-BA29-F769F06F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9D04E5-C7D2-40EB-855D-42D52868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Adopción y capacitación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FD2BED-B4DC-43C9-9789-6C575E1A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623693-B264-465F-95F2-6A405828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9E315-0117-4777-9FBD-985C632E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054B3B-1B63-4B50-A416-85E6C625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593B99-6EC4-4C32-85FA-00B6B722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6987335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28c62469d49c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307E5-3C8A-4044-AF98-B55EEE38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72742E-AB78-44C6-BB8A-50265E52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5EA54-E328-4C6A-81C8-FB5F3C6F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DIVISIONES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B9BA8-597C-409C-BB0E-D774DF2C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Cinco divisiones comparten IP, datos y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9AEF6-4E2B-44F1-8D60-8548F4DA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IA, videojuegos, robótica y transformación tecnológica funcionan como una arquitectura común, no como negocios aislados.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D08F8-A131-431C-9D17-FFBDD2C8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052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13182-D875-4E80-8C71-BB537CDA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76650"/>
            <a:ext cx="1676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536BB0-670E-4A31-AE29-A7DC610A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336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248C8-E297-4AFF-AD60-26E03E9C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Software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D58D6-7DEA-4B81-B652-E813C9B2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457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483DE-82DB-4CDB-BDF1-D48605D5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664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7CDDBF-E5DB-463E-8C09-1E85A7A7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114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Inteligencia artificial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0B4EAE-1B93-4B56-9096-7B651D43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E9037-BBE4-411B-B187-5995E296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9369BE-BA83-44C5-A393-FD12678C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74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Videojuegos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E0F2E-28CF-4AFE-AC48-47B4AE0C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1007F-015E-46DB-BA7F-75A84E2D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1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9BE09D-7864-4798-A13A-647ADD04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26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2CDFC3-A311-4911-9360-0110EC05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56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663463-274C-409F-937F-115D20AF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436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114069-6D9C-4E78-B1C5-633EC9AB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886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Consultoría tecnológica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34389E-5B8E-4ABA-9CD7-A54F004F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1186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F3F4BF-3BBB-47E8-8594-65D25306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31E489-FF18-4937-8C25-7130CD7F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211377-0507-410E-A527-B4530894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E20954-E5AE-41D7-A289-E84961AE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803227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6378538c440f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7B63C-2CB6-42AB-B90A-513BAE2E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B2102A-D2EC-4427-80AA-1F0DEEFB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E0F72-2562-435F-B032-60BD00DF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MODELO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C4866-A4F2-4226-AE77-2EE19FAF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Ingresos por servicios hoy, productos escalables mañana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1A796-BBF5-4010-B71D-F320970C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El modelo combina consultoría, implementación, suscripciones, licenciamiento, academia y futuros spin-offs tecnológicos.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A92F5-4827-480A-805C-ED362157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B277D2-A6B9-447C-8547-33D5AACB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0FC35-9C58-4DDB-8747-C6794795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Servicios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CDC180-5CC9-4FDF-ACD1-D40C691D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DA079-2856-49A3-8752-AD225AF0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27150-8DB9-4938-839E-327CEE68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67F25-8E50-4F64-99E5-587C5A0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y licencias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6A6EE-D2C7-4FEB-AE24-7901A39E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97273-8802-442A-A527-DF0C2EF5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598D27-7769-4455-815E-F9AEEE6C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826C41-FAA3-4E68-8354-93D8CADA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56196-B678-451B-AD15-76204DDC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D7F72A-7232-46AA-BB1E-78DD82A8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D4037B-6010-44B9-A2FC-1B853F89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0D84BE-9AA0-44FB-9B76-19A1B5E9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011C68-95C0-4475-B827-96686479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75DC01-2FE8-4004-AC64-49AE0934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179F9-401C-4B6F-B6E7-C7CD6B4B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1D40D-9B82-4982-880C-46D0A493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9929DC-5F8B-421F-925F-C73C37A4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3224892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2330d8152470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56698-0686-4CCE-96CD-291B710E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C9A07-FF85-4763-BB8B-E988F9DB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81ED2-16B5-476E-AD74-F7CB0CC8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5C86C-F037-4A2B-BB07-7546FFEB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Entrar con dolor operativo, expandir con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C636E-43B8-4EFE-9503-D6991150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puede iniciar con proyectos de IA y software para empresas, y expandirse con productos que resuelven casos recurrentes.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4D943-23C9-4B64-8B4E-E27F56D3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38179-FA85-42C7-8089-E266D0D3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257555-C68E-4DAC-96F8-A20551FE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LatAm como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8C920-28DD-4C87-938C-C907E553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C5DDF-E685-4B7A-954F-17901AF2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C406E-969C-4146-9CEE-1166E379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Empresas medianas y corporativas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64918-6590-48BF-B72E-67BCCB74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15220A-00C0-4B80-B6F7-2ADBF3CE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F6FAE-27F2-475B-BBAB-33B235E5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Partners globales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FD08B-D882-4E37-801E-5B5D3E27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65CBE6-BB4E-4653-B940-5A2BC05E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8DBEA0-ADB9-49D1-AC77-E3C2416B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Inversionistas estratégicos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D05E1-1927-44DB-B2E2-94045C1A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DED8C9-3931-4BFB-88D0-FB9CF025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18D12F-3691-4950-9AFF-61B3186D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BFFE3E-A3BA-4E1D-A6F7-DE707015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FCAE6D-F19D-4CBE-8749-3F69E5C9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7F0D8A-AC8F-4056-902C-92071D5E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0A7412-FEBD-484F-815C-3BBC71E8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01AA55-DB94-4C35-9297-0699C25E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EE6877-7638-4D92-8E27-43E60302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6985D5-996F-4AE0-85EF-6D5ADAE7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9D233D-1453-47BD-8AA3-830D1FFE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9EA457-A593-4DED-81F2-5ABEFA15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147237-BFC8-4B72-BDE1-8FD2DAC0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D328B8-A007-46AE-B7DF-5E89E78C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379BD2-2EBC-417D-9560-2126D5C2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5815FA-F5D7-4DCF-9156-565A8476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F2AE13-C9A3-49FF-B097-9C248270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4C0619-02AC-489F-9121-D61148E8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B83B9F-3AB4-4C08-B25A-0D66B11A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42289808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89d37d7fa42a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A66FD-B4A3-420F-8BA3-91C214AB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2354F-089C-48B0-8060-6764C914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A34A6-7B2B-4507-B3E2-35A5FDBC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EQUIPO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92BE9-31E6-4121-9303-32F3E8D5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Equipo fundador lean con foco en ejecución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1B481-5F2D-4B53-9F5A-97FFF45D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 lidera la visión como CEO. Hoy la compañía cuenta con una consultora de tiempo completo y dos programadores.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328C7-5837-4CC5-A295-3967F9B3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AA9F1-631B-4FAD-BA4C-222960B1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CEO fundador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B3216-CAB9-402B-9AA9-7809FBC1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10EE8-CF30-446F-A314-247C5DC7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11106-1FFB-40BD-A2B4-EBD7605A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BD10F4-FC80-42EC-A834-90F9C722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Ingeniería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37786-C0BD-49C5-807E-07C28014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1ABF3-269A-4E40-8F81-B908C6C8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Próximas contrataciones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4FE0D7-1C66-4C70-969F-7DD79698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EEBCBB-EFEB-431F-BB9D-7433CDE6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DD4691-1260-44D5-A5FD-E10652C7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66C69-64AC-4EC7-A54D-E7A8FD85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C449C-FC5D-4A16-8266-E65176F9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519101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4eede9e59446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70CCA-9E64-42B5-B2CF-D18BCF90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998D3-A6AC-4418-8E54-2DD0A108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5807C-C12F-4412-B538-A8D35F3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213DF-0562-4213-B98B-499C9A72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De validación a plataforma tecnológica regional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7ECA3-1B30-40B6-AFE7-6D47D55F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La ruta prioriza casos reales, productos propios, automatización interna y expansión comercial con foco investor-ready.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091BA-93CC-438D-BB1F-93E5BF4B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65C34-039C-4702-9445-DA41D171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07000-CBB1-4138-B228-9E5CCF73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casos y MVPs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97511-1713-451A-B00D-C0F7C28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BF7535-DB04-4882-A915-971C04F3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DE7F4-A8D1-4062-9F85-8557ECF1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161987-B140-4388-A528-60D87F1E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producto e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326688-97D1-414D-B1CB-1965CD35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B8FBF5-BCF1-4C7A-B987-E8AE78CC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B1CE97-A20C-4914-A6AC-5F3CCC80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29BFD-5967-4EF0-BEB4-F8D671C2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escala regional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ADDA3-7435-4D3A-B981-B46F3F76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D189D-6731-403E-ABEA-4F71AFCF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64A01-5E24-414E-B6B0-15044D8D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079D9D-3BD5-43E7-8FE5-787A5230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1454593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b6cceac16411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85680-600A-4A82-9155-7740E311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BCBA2-96EC-4103-835D-CD5A44E9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A6795-BE04-444E-9828-4AB7DF14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INVERSIÓN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97D37-FF48-49ED-A302-AE6FCA78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Buscamos capital y aliados para acelerar producto, ventas y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CE3E6-47D9-4E5B-A772-2F9E99CD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está construyendo una compañía tecnológica multidivisión con ambición global desde Latinoamérica.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E91ED-7851-4DB7-8DE9-13DC2687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50F241-C750-4072-8370-16C1500C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0CA41-7861-4B42-923C-20779EE8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C5295-DFA7-422F-8CEC-963DBE10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CD466-AE80-4FF4-9C32-3753D33E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6831C-9353-4113-8917-FED3F8EC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129C7-5D05-402B-8915-7EEA7292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6922EA-2172-4DD0-BDCF-FED91755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CDBD8-17D4-47B5-8A13-DEB2E344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técnico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0DB12-844E-4468-B4BB-3D9C4B3E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17DEE2-3D71-49D9-BE9A-8F7321D5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92C4E4-0DE8-49B8-BC05-2DC6D293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CA38-F0F9-4E37-9671-BE835764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3B641-C401-4D34-94EB-F3E6E309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BA70E0-23B1-4EAC-8DE2-75F03BF2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2C39D-8F45-4480-B502-3097528A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6CEB26-8D26-4376-97CD-65EFD02C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4DB8F-EBEC-4A07-929E-A1B31F51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8926202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2026-06-06T03:54:31.5520000Z</dcterms:created>
  <dcterms:modified xsi:type="dcterms:W3CDTF">2026-06-06T03:54:31.5520000Z</dcterms:modified>
</coreProperties>
</file>