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9ea816693e4240" /><Relationship Type="http://schemas.openxmlformats.org/officeDocument/2006/relationships/extended-properties" Target="/docProps/app.xml" Id="R610e32073ead4eef" /><Relationship Type="http://schemas.openxmlformats.org/officeDocument/2006/relationships/officeDocument" Target="/ppt/presentation.xml" Id="Rdc35f911077d40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5773dd8c264665"/>
  </p:sldMasterIdLst>
  <p:notesMasterIdLst>
    <p:notesMasterId xmlns:r="http://schemas.openxmlformats.org/officeDocument/2006/relationships" r:id="R58ed9e65d3114510"/>
  </p:notesMasterIdLst>
  <p:sldIdLst>
    <p:sldId xmlns:r="http://schemas.openxmlformats.org/officeDocument/2006/relationships" id="256" r:id="R30af14802f024815"/>
    <p:sldId xmlns:r="http://schemas.openxmlformats.org/officeDocument/2006/relationships" id="257" r:id="R28a5db9038324c03"/>
    <p:sldId xmlns:r="http://schemas.openxmlformats.org/officeDocument/2006/relationships" id="258" r:id="R1669e85907684f4f"/>
    <p:sldId xmlns:r="http://schemas.openxmlformats.org/officeDocument/2006/relationships" id="259" r:id="R7e35ca2a0a2c43cb"/>
    <p:sldId xmlns:r="http://schemas.openxmlformats.org/officeDocument/2006/relationships" id="260" r:id="R16eaf0ca09544572"/>
    <p:sldId xmlns:r="http://schemas.openxmlformats.org/officeDocument/2006/relationships" id="261" r:id="R1f0943379b984514"/>
    <p:sldId xmlns:r="http://schemas.openxmlformats.org/officeDocument/2006/relationships" id="262" r:id="R2eff50bb1cca4cd3"/>
    <p:sldId xmlns:r="http://schemas.openxmlformats.org/officeDocument/2006/relationships" id="263" r:id="Raad83ecc270e4475"/>
    <p:sldId xmlns:r="http://schemas.openxmlformats.org/officeDocument/2006/relationships" id="264" r:id="R70ffbf07dc0a4cd7"/>
    <p:sldId xmlns:r="http://schemas.openxmlformats.org/officeDocument/2006/relationships" id="265" r:id="Rf5ba58a584af4061"/>
    <p:sldId xmlns:r="http://schemas.openxmlformats.org/officeDocument/2006/relationships" id="266" r:id="Ra4291e060cc74014"/>
    <p:sldId xmlns:r="http://schemas.openxmlformats.org/officeDocument/2006/relationships" id="267" r:id="R44ac9a09d69a4ae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c4444aba68481c" /><Relationship Type="http://schemas.openxmlformats.org/officeDocument/2006/relationships/slideMaster" Target="/ppt/slideMasters/slideMaster1.xml" Id="R415773dd8c264665" /><Relationship Type="http://schemas.openxmlformats.org/officeDocument/2006/relationships/notesMaster" Target="/ppt/notesMasters/notesMaster1.xml" Id="R58ed9e65d3114510" /><Relationship Type="http://schemas.openxmlformats.org/officeDocument/2006/relationships/presProps" Target="/ppt/presProps.xml" Id="Re84b8c85f5264580" /><Relationship Type="http://schemas.openxmlformats.org/officeDocument/2006/relationships/viewProps" Target="/ppt/viewProps.xml" Id="R1fb27d8f774c486e" /><Relationship Type="http://schemas.openxmlformats.org/officeDocument/2006/relationships/tableStyles" Target="/ppt/tableStyles.xml" Id="Rd628bb0881bc4360" /><Relationship Type="http://schemas.openxmlformats.org/officeDocument/2006/relationships/slide" Target="/ppt/slides/slide1.xml" Id="R30af14802f024815" /><Relationship Type="http://schemas.openxmlformats.org/officeDocument/2006/relationships/slide" Target="/ppt/slides/slide2.xml" Id="R28a5db9038324c03" /><Relationship Type="http://schemas.openxmlformats.org/officeDocument/2006/relationships/slide" Target="/ppt/slides/slide3.xml" Id="R1669e85907684f4f" /><Relationship Type="http://schemas.openxmlformats.org/officeDocument/2006/relationships/slide" Target="/ppt/slides/slide4.xml" Id="R7e35ca2a0a2c43cb" /><Relationship Type="http://schemas.openxmlformats.org/officeDocument/2006/relationships/slide" Target="/ppt/slides/slide5.xml" Id="R16eaf0ca09544572" /><Relationship Type="http://schemas.openxmlformats.org/officeDocument/2006/relationships/slide" Target="/ppt/slides/slide6.xml" Id="R1f0943379b984514" /><Relationship Type="http://schemas.openxmlformats.org/officeDocument/2006/relationships/slide" Target="/ppt/slides/slide7.xml" Id="R2eff50bb1cca4cd3" /><Relationship Type="http://schemas.openxmlformats.org/officeDocument/2006/relationships/slide" Target="/ppt/slides/slide8.xml" Id="Raad83ecc270e4475" /><Relationship Type="http://schemas.openxmlformats.org/officeDocument/2006/relationships/slide" Target="/ppt/slides/slide9.xml" Id="R70ffbf07dc0a4cd7" /><Relationship Type="http://schemas.openxmlformats.org/officeDocument/2006/relationships/slide" Target="/ppt/slides/slide10.xml" Id="Rf5ba58a584af4061" /><Relationship Type="http://schemas.openxmlformats.org/officeDocument/2006/relationships/slide" Target="/ppt/slides/slide11.xml" Id="Ra4291e060cc74014" /><Relationship Type="http://schemas.openxmlformats.org/officeDocument/2006/relationships/slide" Target="/ppt/slides/slide12.xml" Id="R44ac9a09d69a4a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7640f3b36046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96f4194b0841e5" /><Relationship Type="http://schemas.openxmlformats.org/officeDocument/2006/relationships/notesMaster" Target="/ppt/notesMasters/notesMaster1.xml" Id="R35a5bb556dd944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095cf872b14ab0" /><Relationship Type="http://schemas.openxmlformats.org/officeDocument/2006/relationships/notesMaster" Target="/ppt/notesMasters/notesMaster1.xml" Id="R3248cf0201ed43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026a9cd5284a36" /><Relationship Type="http://schemas.openxmlformats.org/officeDocument/2006/relationships/notesMaster" Target="/ppt/notesMasters/notesMaster1.xml" Id="Rc7356eb8c23343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712defd7544c11" /><Relationship Type="http://schemas.openxmlformats.org/officeDocument/2006/relationships/notesMaster" Target="/ppt/notesMasters/notesMaster1.xml" Id="R0b6e4125c74146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ed4364c62c4508" /><Relationship Type="http://schemas.openxmlformats.org/officeDocument/2006/relationships/notesMaster" Target="/ppt/notesMasters/notesMaster1.xml" Id="Rfc12fac6b8194a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64a5c5b3dd4de4" /><Relationship Type="http://schemas.openxmlformats.org/officeDocument/2006/relationships/notesMaster" Target="/ppt/notesMasters/notesMaster1.xml" Id="Re8ed3edbfd6d4a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40edc7fb4e4c3e" /><Relationship Type="http://schemas.openxmlformats.org/officeDocument/2006/relationships/notesMaster" Target="/ppt/notesMasters/notesMaster1.xml" Id="R974fdca538c94e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0f52ba047d14cbe" /><Relationship Type="http://schemas.openxmlformats.org/officeDocument/2006/relationships/notesMaster" Target="/ppt/notesMasters/notesMaster1.xml" Id="Rd928798f68f944b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acb9f9ba444461a" /><Relationship Type="http://schemas.openxmlformats.org/officeDocument/2006/relationships/notesMaster" Target="/ppt/notesMasters/notesMaster1.xml" Id="R2fddf9432f9544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698f48ca4404cfa" /><Relationship Type="http://schemas.openxmlformats.org/officeDocument/2006/relationships/notesMaster" Target="/ppt/notesMasters/notesMaster1.xml" Id="R90b2ba9f99fd48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537a4c4e59d4af3" /><Relationship Type="http://schemas.openxmlformats.org/officeDocument/2006/relationships/notesMaster" Target="/ppt/notesMasters/notesMaster1.xml" Id="R5fee1653d8cd423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c4ec990c2c244a7" /><Relationship Type="http://schemas.openxmlformats.org/officeDocument/2006/relationships/notesMaster" Target="/ppt/notesMasters/notesMaster1.xml" Id="R1425dd0bc69946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4a70ccc5e4c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2ff71ae92154c8c" /><Relationship Type="http://schemas.openxmlformats.org/officeDocument/2006/relationships/slideLayout" Target="/ppt/slideLayouts/slideLayout1.xml" Id="R65a1f1c9a04441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a1f1c9a04441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5e7182a284b76" /><Relationship Type="http://schemas.openxmlformats.org/officeDocument/2006/relationships/image" Target="/ppt/media/image.jpeg" Id="R893a4839d4384458" /><Relationship Type="http://schemas.openxmlformats.org/officeDocument/2006/relationships/notesSlide" Target="/ppt/notesSlides/notesSlide1.xml" Id="Rb2aa6c6197434f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8f1d24df6432f" /><Relationship Type="http://schemas.openxmlformats.org/officeDocument/2006/relationships/image" Target="/ppt/media/image2.jpeg" Id="R704825a94df14046" /><Relationship Type="http://schemas.openxmlformats.org/officeDocument/2006/relationships/notesSlide" Target="/ppt/notesSlides/notesSlide2.xml" Id="Re07c49fedecc45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4cca3b3fd2476d" /><Relationship Type="http://schemas.openxmlformats.org/officeDocument/2006/relationships/image" Target="/ppt/media/image3.jpeg" Id="R66f8ca0628d74f89" /><Relationship Type="http://schemas.openxmlformats.org/officeDocument/2006/relationships/notesSlide" Target="/ppt/notesSlides/notesSlide3.xml" Id="R7a30cb1ae0de48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0021f9baa9406c" /><Relationship Type="http://schemas.openxmlformats.org/officeDocument/2006/relationships/image" Target="/ppt/media/image4.jpeg" Id="R43203c3d6b514a28" /><Relationship Type="http://schemas.openxmlformats.org/officeDocument/2006/relationships/notesSlide" Target="/ppt/notesSlides/notesSlide4.xml" Id="Rcb6b6b86bbb04c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e24b434024557" /><Relationship Type="http://schemas.openxmlformats.org/officeDocument/2006/relationships/image" Target="/ppt/media/image5.jpeg" Id="Ra6e0cca346784799" /><Relationship Type="http://schemas.openxmlformats.org/officeDocument/2006/relationships/notesSlide" Target="/ppt/notesSlides/notesSlide5.xml" Id="R76d6db44026345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c7ade9a1b466e" /><Relationship Type="http://schemas.openxmlformats.org/officeDocument/2006/relationships/image" Target="/ppt/media/image6.jpeg" Id="Rb04b64f900724dd4" /><Relationship Type="http://schemas.openxmlformats.org/officeDocument/2006/relationships/notesSlide" Target="/ppt/notesSlides/notesSlide6.xml" Id="R3bbbd1ad190e47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5bfa5b6f948cf" /><Relationship Type="http://schemas.openxmlformats.org/officeDocument/2006/relationships/image" Target="/ppt/media/image7.jpeg" Id="Rfb8bee0fb0c34d71" /><Relationship Type="http://schemas.openxmlformats.org/officeDocument/2006/relationships/notesSlide" Target="/ppt/notesSlides/notesSlide7.xml" Id="Re3a0254f990742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37793d24d4f1c" /><Relationship Type="http://schemas.openxmlformats.org/officeDocument/2006/relationships/image" Target="/ppt/media/image8.jpeg" Id="R2ff62a413bdb4213" /><Relationship Type="http://schemas.openxmlformats.org/officeDocument/2006/relationships/notesSlide" Target="/ppt/notesSlides/notesSlide8.xml" Id="R0e743466f93144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31b4d78d164e6e" /><Relationship Type="http://schemas.openxmlformats.org/officeDocument/2006/relationships/image" Target="/ppt/media/image9.jpeg" Id="R39d98dc718634992" /><Relationship Type="http://schemas.openxmlformats.org/officeDocument/2006/relationships/notesSlide" Target="/ppt/notesSlides/notesSlide9.xml" Id="R9831faeb16ef45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68310e7c649b2" /><Relationship Type="http://schemas.openxmlformats.org/officeDocument/2006/relationships/image" Target="/ppt/media/image10.jpeg" Id="Rd8c212da109b470a" /><Relationship Type="http://schemas.openxmlformats.org/officeDocument/2006/relationships/notesSlide" Target="/ppt/notesSlides/notesSlide10.xml" Id="R31287df4026641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3248b891314d1b" /><Relationship Type="http://schemas.openxmlformats.org/officeDocument/2006/relationships/image" Target="/ppt/media/image11.jpeg" Id="R544e65d6e2b14c4b" /><Relationship Type="http://schemas.openxmlformats.org/officeDocument/2006/relationships/notesSlide" Target="/ppt/notesSlides/notesSlide11.xml" Id="Rebd0c20fa1b24a9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58624c56c14ed8" /><Relationship Type="http://schemas.openxmlformats.org/officeDocument/2006/relationships/image" Target="/ppt/media/image12.jpeg" Id="Rfb3631af62af41b8" /><Relationship Type="http://schemas.openxmlformats.org/officeDocument/2006/relationships/notesSlide" Target="/ppt/notesSlides/notesSlide12.xml" Id="R46bc5889e1da4b1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a4839d4384458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EBB51-CCB4-4E10-9CDC-FC172077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35A3B-1962-41FB-BFBC-3787E9D0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4C08D1-0118-436A-AA54-FB535D8F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TECNOTITAN CORPORATE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779FF-AA29-47BB-8FD0-E7215E6A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90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188675-8EA0-44E3-9FFE-ADF9B833C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2C7CA-9037-4BCB-8BBB-A7B91B11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6572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Tecnología aplicada para empresas que necesitan construir el futuro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A2EC8-A9C5-4AC7-9A6D-913D961E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619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Software, inteligencia artificial, videojuegos, robótica y consultoría de transformación tecnológica desde Colombia para mercados globales.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DE50DB-3EE9-4BCB-BB52-4F7A08EA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BB107B-05DE-455F-8094-7B0229E6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David Arias Giraldo, CEO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69ECD6-7B1B-4441-BCA1-4CAA171B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958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5F48C6-DCE7-434B-987C-67D604A6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00650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Investor Deck /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3561CF-132F-47D9-9FEF-DD71D787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E0CAFB-647A-4AA0-929D-CF72D1AE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8595F3-BAF3-42AF-B7BA-060448F1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6 líneas de producto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A903B1-9BCC-4BC5-9E20-E58C42F6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768E5F-5F36-47EB-BA58-075EFD98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612E2A-8734-4F85-A575-332A1AB7D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5 divisiones tecnológicas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CCD17A-BF83-460C-A66D-286CA91F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7F67C5-1122-4506-9948-53CF9238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EAE4FF-75F1-4CD0-A4FF-8849CA22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Equipo lean en ejecución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6C6408-C8B8-4883-B99D-5E0DBF1F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032CB8-1A77-4A26-9700-0478E9EF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1A6351-54BA-4359-9ECD-68307F39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FC7486-6B8C-45D1-B44E-28F64F39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22821067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4825a94df1404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FCB52-87F4-44A8-91A4-341674B6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5BDB6-1114-4DB9-AC51-ED607258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8A1FE-D6AA-4E1E-AD47-4C2DEB00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049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3398EB-4D43-48E7-AF1E-39CB59A2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Las empresas necesitan builders, no solo consultores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B76497-7D49-41B6-A992-5E11CBA9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La adopción real de IA exige diagnóstico, software, datos, automatización y cultura operativa trabajando como un sistema.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D36ABD-D039-4E74-8A7D-C227E648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7429B1-0AB5-4B9A-9E1D-FE17CA88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4764A0-81CD-4C08-9D95-87F5A595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+ software como núcleo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0CD84-8609-4C11-A8C9-61B16032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57D168-DFD3-4742-95C4-53A0D3224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0525F-1082-462F-A706-993696B3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B797EE-9307-481C-88F2-AD6870BD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Experiencias interactivas para adopción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FB9579-06C2-40D0-9DC9-430CC626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85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8200A-5E4A-4970-B78C-CFF37D12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4F726E-B6EB-416D-955D-B665CE71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2626EF-29E6-4555-AE12-29D5087E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Robótica y automatización como frontera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CD9513-9E41-4544-AD7C-83EE37266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4BC0D1-C483-4435-BCC4-DBE45932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17DC1F-E56C-41FE-8894-F49793EE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6EAEC6-E5A1-4BF6-921F-E7AFD8A4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618584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f8ca0628d74f8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64961F-6FCD-4A97-81D7-E8988C67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425E8-8EEA-46CC-AEDF-7A716D45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FD328-CD09-4471-B9C9-C002FAEB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561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B6D23-B25E-4B21-9690-F9334118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61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La transformación tecnológica se queda corta cuando vive en silos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09E84-C4A0-4B17-85FA-2E6C1591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61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Muchas compañías tienen procesos manuales, datos subutilizados, presión por implementar IA y equipos sin una ruta clara para convertir ideas en productos.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BB3D64-195A-4CA2-A3CE-1C218D25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240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FA10E-9ECF-4E0A-8D76-80C02C22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85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207AE-F6B0-44A1-ABFD-8F808246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Procesos repetitivos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17CF7F-A7E5-485B-AD7F-CE51A34D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241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C9FF2E-193A-4DF8-8812-7A4D5B82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486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C903C6-C0AF-4FBF-BDC8-1C078D12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Datos sin acción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E8F129-D6AF-44D5-AD5C-123C3D21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242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2BF7BC-60EE-473C-9AAA-A9AD19A0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861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9131A3-2B91-4579-B39E-A681F94E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670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IA sin adopción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0B02A-4FCB-45E7-8DC7-CB12ADA0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243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EA75AD-325A-42AB-985A-E4D0468DC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0862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61C6DE-C457-4A9C-B0D3-51457471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671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Talento sin playbooks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32EB7C-41CB-42D0-8DD3-E83D0D8E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Manual workflows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3AE8E1-1B5F-45EA-99C8-234EB109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121F3D-396E-4787-8CC2-CF341A7F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96550C-E44E-4DDF-9881-2A2C2846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Data activation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0F6518-C33D-4FDF-B1A9-E9E742CE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BA541C-3E99-42A0-ABA1-6E800D908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F5A0"/>
          </a:solidFill>
          <a:ln xmlns:a="http://schemas.openxmlformats.org/drawingml/2006/main" w="0">
            <a:solidFill>
              <a:srgbClr val="41F5A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731AF2-A203-4088-A18C-66B25A73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AI adoption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7D983E-E816-48AB-A513-84E194F2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76F7AC-FF91-4545-AFD8-66A2D42C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6B"/>
          </a:solidFill>
          <a:ln xmlns:a="http://schemas.openxmlformats.org/drawingml/2006/main" w="0">
            <a:solidFill>
              <a:srgbClr val="FFCF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6BAC17-F1D9-404E-BEB3-C4140A3C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2F4EBD-5EE1-4792-8680-D58AB3DE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5861F0-6065-40C5-89AC-7A0F1541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66AF0C-0F8E-4096-BC08-891F0737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66130478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203c3d6b514a28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35A6F2-40A2-4BF3-966E-885C7444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3A516-37E6-4B49-A22F-FEBF5D50F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53B830-85AF-46B3-9F36-7B4ED38A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PLATAFORMA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D4A86B-FED6-4B71-A0D0-969A7905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 convierte consultoría en producto, y producto en plataforma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238A3-10C0-4256-9F0F-DFB23D56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Cada proyecto alimenta módulos reutilizables, conocimiento sectorial y capacidades que aceleran nuevas soluciones.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559AB8-EC56-415F-AA6E-4C34C9E7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3D3A5B-760F-4B8F-AC8B-63407D95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9F3F6B-7EB1-46CF-B34F-00F4E018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Diagnosticar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4F3DB0-72D1-4C51-AC5A-FE40438C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521BC-E5F5-4320-886D-7D524273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75ADE6-81B9-4717-A377-D149943C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DBBEEE-A1F6-44B4-B884-3750E164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Construir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C56BB-FC1B-4CFB-9037-1036F281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CBE4D-8A77-423A-80B2-4631D31A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0A1C2-839B-4C1F-A832-A42C5B94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983A2-F140-4F99-98CC-2ACBAE5A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Productizar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BCC75E-70AF-4B10-9A9D-4F422F7C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663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7F4C94-2A90-47AB-8355-62D42614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013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6FBEED-F03C-4364-AB89-1558F7B7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64E8C7-A136-443B-B7AF-6D5421F27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Escalar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1767ED-BC4C-4B7A-9E02-8054FB5A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768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Reusable IP, sector knowledge and operating playbooks compound across every project.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94E5F1-44FB-47CB-B60C-5F4B1640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A35382-A8F8-47EF-BB3E-D5667049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1A38D5-7E7E-4B06-8863-F9AA313A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7FE730-5D63-4BC3-A924-9A27E732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12764431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0cca346784799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F071E-FD08-4D82-9E64-3F997E9B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AB3D6E-C924-4599-892E-161BDC71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7C752-41C3-4AA9-9517-4208CE6E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PORTAFOLIO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918B58-70FF-4DDE-B177-41938856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Un sistema de productos para empresas, talento y experiencias digitales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4B7512-1D03-436D-8E7C-E2A5C289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El portafolio se diseña para entrar por necesidades urgentes y expandirse hacia operación, aprendizaje e inteligencia aplicada.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4BCDC-62C0-44AB-9400-5AEDF1DF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6A089-9685-46AB-BA61-64DF54F3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Copiloto Pyme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6B6730-C12E-44A2-845D-767F95F5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C82F2D-0AE7-4369-A23F-A6C296B9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6B878-8C71-41EE-94C8-959D7E40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073F5D-9765-44B7-A1F4-8C56A0F7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Life Copilot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DD20F-3BD1-4418-A278-CF84926D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9D417A-95DE-412A-A0B3-05465844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Engine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5DCEB6-79C0-4C28-A1BC-02F9EF4D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50AC90-01BB-4DD0-9FC7-9BA22841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Academia 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645555-D0E0-402C-A51E-59DE4C37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01059E-246C-4E2D-A270-095E50CA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Call Center AI 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9A0DF3-6496-4DB4-AE58-29C3DC088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CF53FB-A01D-4FCB-91D9-298A51A7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3B4DE7-FCEC-4F31-9F26-66D8543F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35709F-080B-41CB-986D-FEA0E729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76540374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4b64f900724dd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5E36B-7D30-406F-9337-790336C5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483CF-BEFA-49EB-8183-B322DC80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EFEBC3-E5B1-48EE-AE0C-22EE8E74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SERVICIOS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B8F56-7AF4-4618-AE1E-3CF4FC27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La consultoría acelera ingresos y aprendizaje de mercado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917423-FA0C-4598-AC14-006C4537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Los servicios generan confianza, descubren problemas reales y convierten implementaciones en activos repetibles.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71C7D7-BB48-41DB-900D-CCFD1DBA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D3E92F-9670-49FD-A309-CB813B88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386521-8324-422F-935C-438FA04C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Diagnóstico de 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4EE5A1-39B6-4258-B8BC-9D3721ED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37B2B0-6C49-4B1E-B861-B082BD58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88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BF9014-D835-494F-B9C2-AC057DFC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4E6E0A-862B-423C-B22A-E2C2856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Roadmap tecnológico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768FCA-901B-48C4-B53A-F0E291C2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D25BDF-8E36-4318-9E78-0FF53D0F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E2542-51AA-4582-8A33-3D3C3DD7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D661B7-F207-4953-980A-F3F3A358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17133A-F8C1-4C5B-8082-20F1129A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69F091-581F-471F-AE8B-903FE7F9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963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C67C64-BDF7-474E-8863-34F33FB0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F8D647-1B9D-40DA-B902-B492BF78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Adopción y capacitación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87AB4E-9F9A-4220-9C56-3B8D8842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292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Services are the market-sensing engine that turns demand into product decisions.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BA286-8588-4664-8635-F0D4597E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758D8F-DA71-4402-9AA0-0CE35411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EE91E7-EE28-4E93-A1EA-C3F51019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015783-89A1-4E83-9DE8-AE48A60A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91506938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8bee0fb0c34d7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645B36-724E-4C4B-A7B5-56D3A0DE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795C58-DC5F-4A8F-8499-D5D9429F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2722CF-08F8-4118-887C-59EBD523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DIVISIONES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507589-0053-4E13-A46F-BEA7707F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Cinco divisiones comparten IP, datos y talento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1BEB9B-4C13-44D5-AD3E-C8F23E473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Software, IA, videojuegos, robótica y transformación tecnológica funcionan como una arquitectura común, no como negocios aislados.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0D06C-8C35-43B8-ABB1-BA5FBC66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718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117">
              <a:alpha val="93333"/>
            </a:srgbClr>
          </a:solidFill>
          <a:ln xmlns:a="http://schemas.openxmlformats.org/drawingml/2006/main" w="19050">
            <a:solidFill>
              <a:srgbClr val="55E6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61D3D-8340-439F-B432-BEB32C8E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81400"/>
            <a:ext cx="2266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</a:t>
            </a:r>
          </a:p>
          <a:p xmlns:a="http://schemas.openxmlformats.org/drawingml/2006/main">
            <a:pPr algn="ctr">
              <a:defRPr sz="180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209EB8-9440-4D41-982A-8286FF0A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57700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Shared IP, data and reusable playbooks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EDDDB9-DD5E-4159-85CF-6BEF1EFB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E900CE-5AF5-4F54-A202-D75F6FF0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Software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5EEB06-26A1-49FA-8B93-01B6ABBC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BBFFFC-EC2A-474F-94C8-79D4A232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01CA2-6070-48A2-9622-7BFC3EC5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Inteligencia artificial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E98AD7-3BEE-4A1A-887B-189C8473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8CCAD6-0069-4BBE-9132-E2F10AB0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4E7D60-3119-4C10-9AB7-D040EC7D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Videojuegos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F3FAF6-19BF-4693-8596-7AB4382B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72CD0D-429C-4AB1-9AFF-9BE0A48D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A8588D-1713-4751-8EED-6AD0B23A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Robótica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A22466-8FEF-4CFF-83DE-F010058B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260D860-221B-4869-B911-FC629FD9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1C1CB3-51C4-4670-A8E9-F5036AE1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Consultoría tecnológica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157B53-9FF2-44B1-9580-1750CFF3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6256AC-7B4E-4FAC-BF0B-2503B08A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762500"/>
            <a:ext cx="868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735F4-25AF-486F-B0D6-69F28FCC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912798-91C8-461E-9B0A-478A36FC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9D0A1D-739F-465C-AB06-96DD07F2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DE9EFB-4698-4269-8E7F-D23D1D92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69479869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62a413bdb421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F6F8C-3699-4185-8825-A0EAD16B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DBC356-5D0A-4480-93C4-5264B179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85A944-923D-4D23-87DA-751F9B9E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600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MODELO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679EE7-2689-4086-AD1C-CC4B695B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600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Ingresos por servicios hoy, productos escalables mañana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13370B-E737-4A22-9D99-4074EF8E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00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El modelo combina consultoría, implementación, suscripciones, licenciamiento, academia y futuros spin-offs tecnológicos.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54DD7-322C-4D63-A058-545DFD57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24CD8D-F0E1-4C1C-99FB-BC897F38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66D032-D474-45E0-9F2C-E61006DB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Servicios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732BD-48F3-4095-9FE2-950B5B5DB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D4481B-5C5B-41C3-9D15-2ADB8CCB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DDC12-A058-4FD4-BE74-B46CF4C1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6B59E5-0721-49B1-BA2B-D3FFFA4C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SaaS y licencias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1143D6-B52F-4348-AE57-CBAA65A8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78694A-30F7-41CC-ACE2-AA881C9A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CC972B-2555-459D-80A4-F507533A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0ED729-5425-4E45-9B15-DE0FA7EB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Academia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7FD8F7-7B21-4EF5-9DB4-435FD29B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88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A6A308-B004-43BA-ADB3-FE81AE3E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638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E55927-2E16-491A-8CFD-96F36073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5D58E0-5204-4523-B6A1-3A3329BF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Ventures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3DA905-0D89-43B2-A521-D2D608F0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790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Each layer can monetize independently while feeding data, references and reusable modules back into the platform.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F7674C-1F2D-430E-A166-F4516631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821C6C-07DC-4593-98D0-F657EB2AF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B4C8C5-BAC6-46B7-9760-C0F03B27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55C432-F9DC-4E11-A1B4-C0C0D562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90699707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d98dc718634992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58ED1B-25E0-4752-B4AA-B861DD7C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05682D-9CC1-425D-87D6-3A6D3F9F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180913-5F2C-4BFB-8D6B-7DC760C4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GO-TO-MARKET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862D1F-1F48-45A4-890D-1ECD6F81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Entrar con dolor operativo, expandir con plataforma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D4370A-7CE2-4024-B733-08C66EBB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 puede iniciar con proyectos de IA y software para empresas, y expandirse con productos que resuelven casos recurrentes.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EB56D-DC10-4139-A8E9-E3BDD0D4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4478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E36B2A-94D3-49CC-B2F9-527B83A6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097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A261FF-AEC6-4B81-90B7-748F3E7D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906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LatAm como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D4E63A-1E3E-4FB2-8A14-FC94AA7B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60FE6-B0DF-49FB-9630-4462B17D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98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1532C0-42B7-41F0-B915-0B1A46E5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Empresas medianas y corporativas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8F9616-94E3-4F2B-B47B-0FE5238C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50E1CB-CE99-4D1B-96BD-44326398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09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F446A8-E225-4659-9D9A-F30A770B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908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Partners globales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5B1464-2170-4138-8674-D56CF4317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81642D-00AD-4A78-A981-12688C4F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10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F4BF8F-820A-4EE9-868E-3849D356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909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Inversionistas estratégicos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6B56D3-2964-487C-89BD-56237B3F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ED77E1-24F1-40ED-A6C0-C8C47E8E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20D4C-C242-4C25-8F00-DB2A0DB6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B655B5-A6AE-43B4-941B-AB246297B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2C80BE-4E39-4D30-BE26-6B4D729F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72F729-8970-4900-954F-D132E1F0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3055E0-B70A-4290-99FF-9A2E68E6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8A8940-F11B-456D-9905-ECD12F7D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53653D-7751-4A12-8B1C-A28764DF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3AD2F0-3594-4219-A83F-007DB6A1F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0E2E53-AED9-4BB7-8B28-691FFDD1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DF734C-E671-4BFE-801B-A366C9F8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0A710D-9DA3-4ABF-98C6-DA8515B7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A2560F-F6FA-40E1-A12B-673089C8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F64A18-295A-45AE-828D-491AD31D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Strategic partner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07030D-D993-4F35-AA76-9F602C6E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A021CA-82F8-48E1-9F8F-54BB59F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3F581C-C4C9-49EA-9229-38604AD9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11AB57-68EE-405A-A38D-93467E71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50805671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c212da109b470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84AFB-A24E-49D7-856D-515883C0D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63651-6DD9-4BD0-8B82-A982588E5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6D17B-1B17-4C7E-80BF-E28CA994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EQUIPO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C8794-FDF8-4234-9F17-2D65FC8E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09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Equipo fundador lean con foco en ejecución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8DC5A7-A10E-4D4A-9BBB-58594AC1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09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David Arias Giraldo lidera la visión como CEO. Hoy la compañía cuenta con una consultora de tiempo completo y dos programadores.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00F2A-55E4-4600-9BA9-6E79ED83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65C50-D4A8-491D-83DD-DAF7A40D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CEO fundador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6C700-7728-4432-B97A-B3D8986E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A30117-B9C0-4875-AEB0-FB1E59C7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Consultoría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FC96B5-7B42-4206-8F2C-9D580708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0D9C7-A23E-420C-883C-D77B9B94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Ingeniería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09A034-74B2-44FC-AA68-5F0B3198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288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9E7983-9879-445C-AF82-774C9AE0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738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Próximas contrataciones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B2B939-18C1-4102-B886-1B3DA870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Hiring priorities: product engineering, AI delivery, sales development and investor relations.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A13817-1F8F-4719-A2F4-F9839F46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B45E6D-42D3-4DFC-8EC9-F5D6238F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E83286-63CB-4061-A8A8-A7F73D37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451E9A-5C32-433F-AA01-207B369A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86851679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4e65d6e2b14c4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D3AA69-9670-4ED8-A4D4-8F4780B1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42106-5A1D-42B0-803C-A8DABA4F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1F17A5-C66B-4513-ACD3-5D3B092F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940A5B-4183-48D0-8693-B945A820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905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De validación a plataforma tecnológica regional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8A100-5F63-4B74-815E-028C6BEF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90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La ruta prioriza casos reales, productos propios, automatización interna y expansión comercial con foco investor-ready.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8BB51-E39D-4290-9D1E-F0139091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5D544-D98E-49CD-AAFF-698BC647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07A7D-8931-420E-A7CA-4FA4EDE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2026: casos y MVPs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FEA11B-32CF-4A54-8ED3-62BA9142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85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6E201-7F60-4F88-8A99-EDA5D5E7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50983-5284-46BD-815E-B53066F9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6422C4-1202-4169-A12B-9975E9C4E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2027: producto e 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7BD1F8-0BFA-4131-8634-7BEA1023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8523D-47DB-4288-A0E1-F0199C74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3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107D01-CA3C-4291-8ECC-2B9D78C3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35CA87-CE38-49C5-ADE0-08BCCB1F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2028: escala regional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4314D8-045B-4F09-9507-358082E2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6048D2-474A-4F63-8C4A-FD0D37C0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81A72F-BF5F-45BB-B705-FB217153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B29F34-3821-4606-BEA9-5CA58322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99489361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3631af62af41b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E966D-CE01-420E-A3B7-21BF5FEF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463B2B-BDC4-42C2-BE51-31871D34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5D711-85CA-4AF7-9834-99725743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47750"/>
            <a:ext cx="6572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INVERSIÓN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6FA61-0447-47A2-9287-01261E27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57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Buscamos capital y aliados para acelerar producto, ventas y talento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60F2BD-2E6B-4551-BE04-03D8E781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657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 está construyendo una compañía tecnológica multidivisión con ambición global desde Latinoamérica.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2D6AC-A64F-42A8-9184-07357974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430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991691-D134-41A1-B0B6-3F27C722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049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816170-9D51-48FC-9F33-11667F0D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859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AD8AA8-A409-4CB5-9959-25EEF8AD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1E2C76-80FC-4F4D-8F66-1B8BF077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6DE425-3456-45AE-A2B8-EBB723CF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49673-88C5-480E-83BB-ABE4CEA1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95EE7-8644-4FDF-B37D-E91924CF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E60D8-9FE9-4146-BB45-DCC75E9C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Talento técnico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1DEC95-692E-4B84-8466-BDEC41BB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6C02EA-0C4F-44D1-B74C-57761FE1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91AE9B-B8C0-4BF4-BA18-C5C22CC5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Data room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840031-9864-4253-BBDF-6F0C7625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6667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72E8EE-2DAD-4D8C-8449-AD63EC8E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523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info@tecnotitan.com  |  www.tecnotitan.com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126C0-0454-4AB7-A21A-9CF0AF96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DF025F-85FC-47BB-A617-852EE720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916A69-BBA8-438E-BC9C-29AC54FD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ES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EE6A33-CD04-4899-A54E-462D4BB3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3696362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2026-06-06T04:15:21.2480000Z</dcterms:created>
  <dcterms:modified xsi:type="dcterms:W3CDTF">2026-06-06T04:15:21.2480000Z</dcterms:modified>
</coreProperties>
</file>