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ed7d0772b54605" /><Relationship Type="http://schemas.openxmlformats.org/officeDocument/2006/relationships/extended-properties" Target="/docProps/app.xml" Id="R08ea9d70b7494b8e" /><Relationship Type="http://schemas.openxmlformats.org/officeDocument/2006/relationships/officeDocument" Target="/ppt/presentation.xml" Id="R8975cbd8d2b64e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4e4ddbc80a40ec"/>
  </p:sldMasterIdLst>
  <p:notesMasterIdLst>
    <p:notesMasterId xmlns:r="http://schemas.openxmlformats.org/officeDocument/2006/relationships" r:id="R8cd631afc27a462e"/>
  </p:notesMasterIdLst>
  <p:sldIdLst>
    <p:sldId xmlns:r="http://schemas.openxmlformats.org/officeDocument/2006/relationships" id="256" r:id="R4280441550394a34"/>
    <p:sldId xmlns:r="http://schemas.openxmlformats.org/officeDocument/2006/relationships" id="257" r:id="Rea49e9e4a01f4e7b"/>
    <p:sldId xmlns:r="http://schemas.openxmlformats.org/officeDocument/2006/relationships" id="258" r:id="Raed34d2d561c4229"/>
    <p:sldId xmlns:r="http://schemas.openxmlformats.org/officeDocument/2006/relationships" id="259" r:id="Rb9f012d95d424859"/>
    <p:sldId xmlns:r="http://schemas.openxmlformats.org/officeDocument/2006/relationships" id="260" r:id="R7beeb890904341e0"/>
    <p:sldId xmlns:r="http://schemas.openxmlformats.org/officeDocument/2006/relationships" id="261" r:id="R4979451ea83a480c"/>
    <p:sldId xmlns:r="http://schemas.openxmlformats.org/officeDocument/2006/relationships" id="262" r:id="Rfaf96bfac36a4957"/>
    <p:sldId xmlns:r="http://schemas.openxmlformats.org/officeDocument/2006/relationships" id="263" r:id="R2c64340853c84a92"/>
    <p:sldId xmlns:r="http://schemas.openxmlformats.org/officeDocument/2006/relationships" id="264" r:id="R3b60c1d94bd448e3"/>
    <p:sldId xmlns:r="http://schemas.openxmlformats.org/officeDocument/2006/relationships" id="265" r:id="R87da0c23acbe46d8"/>
    <p:sldId xmlns:r="http://schemas.openxmlformats.org/officeDocument/2006/relationships" id="266" r:id="R9ab05579aa2a4d1a"/>
    <p:sldId xmlns:r="http://schemas.openxmlformats.org/officeDocument/2006/relationships" id="267" r:id="R87fe9f609c664da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dc496f8cfd4d40" /><Relationship Type="http://schemas.openxmlformats.org/officeDocument/2006/relationships/slideMaster" Target="/ppt/slideMasters/slideMaster1.xml" Id="R374e4ddbc80a40ec" /><Relationship Type="http://schemas.openxmlformats.org/officeDocument/2006/relationships/notesMaster" Target="/ppt/notesMasters/notesMaster1.xml" Id="R8cd631afc27a462e" /><Relationship Type="http://schemas.openxmlformats.org/officeDocument/2006/relationships/presProps" Target="/ppt/presProps.xml" Id="R33d4278ce06444b2" /><Relationship Type="http://schemas.openxmlformats.org/officeDocument/2006/relationships/viewProps" Target="/ppt/viewProps.xml" Id="Re3e809f47ca44361" /><Relationship Type="http://schemas.openxmlformats.org/officeDocument/2006/relationships/tableStyles" Target="/ppt/tableStyles.xml" Id="R31d52b6ddcee4f7e" /><Relationship Type="http://schemas.openxmlformats.org/officeDocument/2006/relationships/slide" Target="/ppt/slides/slide1.xml" Id="R4280441550394a34" /><Relationship Type="http://schemas.openxmlformats.org/officeDocument/2006/relationships/slide" Target="/ppt/slides/slide2.xml" Id="Rea49e9e4a01f4e7b" /><Relationship Type="http://schemas.openxmlformats.org/officeDocument/2006/relationships/slide" Target="/ppt/slides/slide3.xml" Id="Raed34d2d561c4229" /><Relationship Type="http://schemas.openxmlformats.org/officeDocument/2006/relationships/slide" Target="/ppt/slides/slide4.xml" Id="Rb9f012d95d424859" /><Relationship Type="http://schemas.openxmlformats.org/officeDocument/2006/relationships/slide" Target="/ppt/slides/slide5.xml" Id="R7beeb890904341e0" /><Relationship Type="http://schemas.openxmlformats.org/officeDocument/2006/relationships/slide" Target="/ppt/slides/slide6.xml" Id="R4979451ea83a480c" /><Relationship Type="http://schemas.openxmlformats.org/officeDocument/2006/relationships/slide" Target="/ppt/slides/slide7.xml" Id="Rfaf96bfac36a4957" /><Relationship Type="http://schemas.openxmlformats.org/officeDocument/2006/relationships/slide" Target="/ppt/slides/slide8.xml" Id="R2c64340853c84a92" /><Relationship Type="http://schemas.openxmlformats.org/officeDocument/2006/relationships/slide" Target="/ppt/slides/slide9.xml" Id="R3b60c1d94bd448e3" /><Relationship Type="http://schemas.openxmlformats.org/officeDocument/2006/relationships/slide" Target="/ppt/slides/slide10.xml" Id="R87da0c23acbe46d8" /><Relationship Type="http://schemas.openxmlformats.org/officeDocument/2006/relationships/slide" Target="/ppt/slides/slide11.xml" Id="R9ab05579aa2a4d1a" /><Relationship Type="http://schemas.openxmlformats.org/officeDocument/2006/relationships/slide" Target="/ppt/slides/slide12.xml" Id="R87fe9f609c664d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314585f32c44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ad796527314b06" /><Relationship Type="http://schemas.openxmlformats.org/officeDocument/2006/relationships/notesMaster" Target="/ppt/notesMasters/notesMaster1.xml" Id="R6bd032456f4c45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134b3e507645b4" /><Relationship Type="http://schemas.openxmlformats.org/officeDocument/2006/relationships/notesMaster" Target="/ppt/notesMasters/notesMaster1.xml" Id="R26e1a98b011048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bda8ea335c4304" /><Relationship Type="http://schemas.openxmlformats.org/officeDocument/2006/relationships/notesMaster" Target="/ppt/notesMasters/notesMaster1.xml" Id="R91aa3e5c10ea4c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73bce5dcf44568" /><Relationship Type="http://schemas.openxmlformats.org/officeDocument/2006/relationships/notesMaster" Target="/ppt/notesMasters/notesMaster1.xml" Id="R49d3bb8955c944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3a60928d2d4ddd" /><Relationship Type="http://schemas.openxmlformats.org/officeDocument/2006/relationships/notesMaster" Target="/ppt/notesMasters/notesMaster1.xml" Id="R7f1ff74c5c204d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e1a381dd184f38" /><Relationship Type="http://schemas.openxmlformats.org/officeDocument/2006/relationships/notesMaster" Target="/ppt/notesMasters/notesMaster1.xml" Id="R63047a3bec4b46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b51125f6914f40" /><Relationship Type="http://schemas.openxmlformats.org/officeDocument/2006/relationships/notesMaster" Target="/ppt/notesMasters/notesMaster1.xml" Id="Rcd44d4ceb7bf46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7f7d22a4434f5c" /><Relationship Type="http://schemas.openxmlformats.org/officeDocument/2006/relationships/notesMaster" Target="/ppt/notesMasters/notesMaster1.xml" Id="Rbc9db78b105243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8c50cb8f364d2d" /><Relationship Type="http://schemas.openxmlformats.org/officeDocument/2006/relationships/notesMaster" Target="/ppt/notesMasters/notesMaster1.xml" Id="R43e4bd4e7ca647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4b7d95d17674e2a" /><Relationship Type="http://schemas.openxmlformats.org/officeDocument/2006/relationships/notesMaster" Target="/ppt/notesMasters/notesMaster1.xml" Id="R2b27f116330e41c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56bc5a1842d4dfc" /><Relationship Type="http://schemas.openxmlformats.org/officeDocument/2006/relationships/notesMaster" Target="/ppt/notesMasters/notesMaster1.xml" Id="Rfb4133dff4ee4e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71d7718cc40449b" /><Relationship Type="http://schemas.openxmlformats.org/officeDocument/2006/relationships/notesMaster" Target="/ppt/notesMasters/notesMaster1.xml" Id="R340811422e154f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6da14ef60641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c87494120240da" /><Relationship Type="http://schemas.openxmlformats.org/officeDocument/2006/relationships/slideLayout" Target="/ppt/slideLayouts/slideLayout1.xml" Id="R72f6708491204c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f6708491204c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ba78e9c7d4129" /><Relationship Type="http://schemas.openxmlformats.org/officeDocument/2006/relationships/image" Target="/ppt/media/image.jpeg" Id="R560c5eb4ae6f48aa" /><Relationship Type="http://schemas.openxmlformats.org/officeDocument/2006/relationships/notesSlide" Target="/ppt/notesSlides/notesSlide1.xml" Id="Rf1da0a0a2e854b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93dc026544cc0" /><Relationship Type="http://schemas.openxmlformats.org/officeDocument/2006/relationships/image" Target="/ppt/media/image2.jpeg" Id="R573f80641a774174" /><Relationship Type="http://schemas.openxmlformats.org/officeDocument/2006/relationships/notesSlide" Target="/ppt/notesSlides/notesSlide2.xml" Id="R2f181f4ad80549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f6bd6cabe4408" /><Relationship Type="http://schemas.openxmlformats.org/officeDocument/2006/relationships/image" Target="/ppt/media/image3.jpeg" Id="R493e4913ddc947c3" /><Relationship Type="http://schemas.openxmlformats.org/officeDocument/2006/relationships/notesSlide" Target="/ppt/notesSlides/notesSlide3.xml" Id="Rbc4183abdbd54f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3b3c658ee49e7" /><Relationship Type="http://schemas.openxmlformats.org/officeDocument/2006/relationships/image" Target="/ppt/media/image4.jpeg" Id="R7666c354c38d4702" /><Relationship Type="http://schemas.openxmlformats.org/officeDocument/2006/relationships/notesSlide" Target="/ppt/notesSlides/notesSlide4.xml" Id="R4ab0d6bba9d040c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57803a0ca4bc2" /><Relationship Type="http://schemas.openxmlformats.org/officeDocument/2006/relationships/image" Target="/ppt/media/image5.jpeg" Id="R23daaccea34e4993" /><Relationship Type="http://schemas.openxmlformats.org/officeDocument/2006/relationships/notesSlide" Target="/ppt/notesSlides/notesSlide5.xml" Id="R5254df0748a9489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a087992ed4b0d" /><Relationship Type="http://schemas.openxmlformats.org/officeDocument/2006/relationships/image" Target="/ppt/media/image6.jpeg" Id="R421df22cde474b55" /><Relationship Type="http://schemas.openxmlformats.org/officeDocument/2006/relationships/notesSlide" Target="/ppt/notesSlides/notesSlide6.xml" Id="R0704055232b94a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854b3f84f4196" /><Relationship Type="http://schemas.openxmlformats.org/officeDocument/2006/relationships/image" Target="/ppt/media/image7.jpeg" Id="Rf8dc0c05bdc74da5" /><Relationship Type="http://schemas.openxmlformats.org/officeDocument/2006/relationships/notesSlide" Target="/ppt/notesSlides/notesSlide7.xml" Id="Rf460831ee0d54e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16df2da514192" /><Relationship Type="http://schemas.openxmlformats.org/officeDocument/2006/relationships/image" Target="/ppt/media/image8.jpeg" Id="Rfa16bb579d614ef4" /><Relationship Type="http://schemas.openxmlformats.org/officeDocument/2006/relationships/notesSlide" Target="/ppt/notesSlides/notesSlide8.xml" Id="R19e4c5b4211b43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4323394104afb" /><Relationship Type="http://schemas.openxmlformats.org/officeDocument/2006/relationships/image" Target="/ppt/media/image9.jpeg" Id="R9026eeb2c0dd4159" /><Relationship Type="http://schemas.openxmlformats.org/officeDocument/2006/relationships/notesSlide" Target="/ppt/notesSlides/notesSlide9.xml" Id="R9adc05c8087c4f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bb62e370b4275" /><Relationship Type="http://schemas.openxmlformats.org/officeDocument/2006/relationships/image" Target="/ppt/media/image10.jpeg" Id="Rc9b43f092d814efc" /><Relationship Type="http://schemas.openxmlformats.org/officeDocument/2006/relationships/notesSlide" Target="/ppt/notesSlides/notesSlide10.xml" Id="R6f12a57c37344d7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b6aaf025a42d9" /><Relationship Type="http://schemas.openxmlformats.org/officeDocument/2006/relationships/image" Target="/ppt/media/image11.jpeg" Id="R257f461b44d4416c" /><Relationship Type="http://schemas.openxmlformats.org/officeDocument/2006/relationships/notesSlide" Target="/ppt/notesSlides/notesSlide11.xml" Id="Ra6e324d0b0c9440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8a49605594818" /><Relationship Type="http://schemas.openxmlformats.org/officeDocument/2006/relationships/image" Target="/ppt/media/image12.jpeg" Id="R08895c1ee7fd4389" /><Relationship Type="http://schemas.openxmlformats.org/officeDocument/2006/relationships/notesSlide" Target="/ppt/notesSlides/notesSlide12.xml" Id="R3a32efb519ae4a2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c5eb4ae6f48aa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95B88-A7E8-4C7E-9A40-9816B0E4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32B92-8B68-4EFB-A81A-0D0800B9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971BA0-85DB-418A-B153-F8200EDC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TECNOTITAN CORPORATE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71611B-C5F1-421F-A2B1-0FF65AC3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90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BB7DF-FDA9-4451-AB3A-839AE5AF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F9BB63-53B4-4945-9011-B881F4C1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6572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미래를 구축해야 하는 기업을 위한 응용 기술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459229-6EAF-4205-8297-2974453D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619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콜롬비아에서 글로벌 시장을 향해 소프트웨어, 인공지능, 게임, 로보틱스, 기술 전환 컨설팅을 제공합니다.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BC1A1B-CA48-4551-89D5-81BC522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8CF1D-10E2-40D5-A742-FAA47384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David Arias Giraldo, CEO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E555C-EABC-4DBF-B5CD-FBF05477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958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EE141-D95E-43CA-A00A-C69582AF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00650"/>
            <a:ext cx="2076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Investor Deck /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77ADAC-D1EC-41D9-B0E6-6C61B512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1F668-2901-41ED-BB3E-EE5B1FDC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E7D06B-11B0-4165-B3E1-E372AF9A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6개 제품 라인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45C154-54FA-40CA-A468-65C96D74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7D6D9C-95AD-4226-B2A3-AB92A9F1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C018F7-EE49-41DD-8718-F02E22FE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5개 기술 부문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416C23-C8C1-4C19-9B17-E3E33508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2B04CC-B596-4021-B7C4-1ACAD691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BB34D8-0BBD-4159-8001-B7540F0E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실행 중심의 린 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278E81-48C1-4B9A-B101-DF0BE8E3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D4780D-3C7F-4500-A8B6-23B340F0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2CCEA5-1299-435C-AF18-5C8B65A8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3F13A4-EC33-4D3C-B7E7-ED32AC83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4536246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3f80641a77417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74CE7-6F7A-4325-BD10-45A2F69F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DE0729-1699-4D09-8D18-8B19521A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0B65E0-F8EE-4F6E-B1D6-D3A95F09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049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투자 논리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B2BA03-3F81-4F2C-A89B-29632DB2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기업에는 조언자뿐 아니라 구축자가 필요합니다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2FF21F-166D-4552-B06E-C2BF0F24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진짜 AI 도입에는 진단, 소프트웨어, 데이터, 자동화, 운영 문화가 하나의 시스템으로 작동해야 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3CDC94-0EBA-4206-B56C-FEF2CCBA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A0304E-D006-4185-96EC-CDD5FF18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095323-1845-46F6-8475-146CF4ED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+ 소프트웨어 코어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DC3708-784F-4EA2-B70D-E3413A12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B4F57E-0883-4807-B099-4CD97B58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32B718-B51D-4149-B76E-2E37DC4E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751A4-2961-4C49-8B9D-1DC5FDED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도입을 돕는 인터랙티브 경험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A35661-F52E-485D-B61D-51AA5BCB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85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BC40FE-3450-45B3-9178-175EBA06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C7B8E4-E1E4-4A25-9E8A-D8337F52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BF05B1-6CE7-4BF4-AD61-BF758989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로보틱스와 자동화 프런티어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7154D4-7CBC-465E-B880-0CD80E4E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53C43D-363A-4901-84CC-92643DFC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8D9BD-9820-4883-B2DE-2B51CA2A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A7A3C9-FF40-4462-B76D-91AACFB3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5838390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3e4913ddc947c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B0C287-3F41-4883-904F-AFDFC13A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77728-3DC5-48B1-92C0-22E2520B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44A4FE-D6D6-4EF1-BCA6-6097E6CF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561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문제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6031E-CD24-4CFB-BDF0-C813B22D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61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기술 전환은 사일로에 갇히면 멈춥니다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E3439C-2B90-4D12-A726-4C052FFE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61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많은 기업은 수작업, 활용되지 않는 데이터, AI 도입 압박, 아이디어를 제품으로 전환하는 명확한 경로 부족을 겪습니다.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A902FD-9F91-4AD6-80CA-9B3EADB7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240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0BCB5C-8BE7-4225-B4ED-D66A8161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85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262C13-FE5D-4D92-B7AF-8E16853C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668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반복 업무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DF69EC-8243-47DD-80A3-3CA9C495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241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D81F43-68DA-4687-A142-CA784DD3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486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874114-02FB-419C-A327-F9D56836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69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행동으로 이어지지 않는 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695E84-780E-40AC-B8DF-673C6C9D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242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406BC3-3E8F-4716-80A0-F0432775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861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243409-D714-41B8-84AF-848D3F93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670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도입되지 않는 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8F4A1C-63DF-47B0-8D1F-7BA10307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9243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178575-816B-455A-B40F-04B895D7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0862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A34316-C556-4053-8502-AA630244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671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플레이북 없는 인재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696521-A3A9-44E0-8A0E-CEF181E8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Manual workflows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B7AF47-8B77-4062-A872-8DE748CA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AC47D2-A727-4DD3-B180-D05EA9A1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6F5767-7A9E-4E34-8C54-50F2E332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Data activation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4E55D4-96FE-4AE1-8D60-7CD641866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EE3AEB-F26B-4551-A71F-D8C504A2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F5A0"/>
          </a:solidFill>
          <a:ln xmlns:a="http://schemas.openxmlformats.org/drawingml/2006/main" w="0">
            <a:solidFill>
              <a:srgbClr val="41F5A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A699CF-2CAB-4497-BA3E-D029CDC4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AI adoption gap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365F80-D440-40D4-A1C9-4EEB0209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03D1B1-B787-420A-B2D2-459201A7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6B"/>
          </a:solidFill>
          <a:ln xmlns:a="http://schemas.openxmlformats.org/drawingml/2006/main" w="0">
            <a:solidFill>
              <a:srgbClr val="FFCF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3CC37A-FB33-4ECD-B3A1-34C7AAB2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019724-4A86-4C6D-8537-5C1C48B5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20934D-0360-47E1-967E-A6E9AADE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ED4AF7-64BF-406E-9B01-179A298E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70238134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6c354c38d4702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B7B0D-8B64-45E1-BB01-79C702AD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C8ABA9-6C9E-4657-A6C2-2514FD00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014995-4606-426B-A5B7-C917B947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플랫폼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06526-C974-4307-8F01-132B800F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Tecnotitan은 컨설팅을 제품으로, 제품을 플랫폼으로 전환합니다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F82DA9-1F74-4110-86FA-90FDC05F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모든 프로젝트는 재사용 가능한 모듈, 산업 지식, 역량을 축적해 새로운 솔루션을 가속합니다.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E80B2E-E52D-466A-95FD-3FAB9DC2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885347-2282-4A63-AAB4-0BD70302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FF8990-435B-4B3C-B512-4F6BDF61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진단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9F002B-0454-4CD2-B81E-36B5E7A1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B813F9-1003-438C-8A96-66363B2A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8EAAEF-23FF-4C33-9332-F256C86C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251C7C-64CC-4F92-8CE5-91BF6394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구축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E3069-9376-4BFF-9D46-E402A705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F521F2-3AA1-4BFC-A96C-459AD52F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941DD9-4BD2-4A54-81E5-340841F2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EB812-EE10-47F5-BDB4-E7ADE947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제품화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E055F5-9F60-4F77-BA7F-48C5C188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663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745298-C109-4433-8A92-EB1B33C7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013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AB1A30-0E33-4BFE-B0C5-B8668B7C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71E2FA-350D-474C-96C1-2ADAE3A3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확장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6A236B-8375-40F6-9FB0-AEFC9548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768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Reusable IP, sector knowledge and operating playbooks compound across every project.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72FAE8-D2D5-440D-AFDD-C9D1B565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0BB166-78FD-4B2D-BEC6-1857D7174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7E7332-36DF-4C68-8849-02DE3AF5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F7D72C-6434-4BEB-9FD9-49EDC273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3964299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daaccea34e4993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8C92AD-FAED-42DA-8811-32E98437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99094-32A1-4375-959C-5C433083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C50EE-21F1-4FAF-858D-945BD234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포트폴리오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54B46-64ED-43FD-A426-1588B1C7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기업, 인재, 디지털 경험을 위한 제품 시스템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9B480C-A351-48EB-9564-9F37A49C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긴급한 니즈로 진입하고 운영, 학습, 응용 지능으로 확장되도록 설계되었습니다.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610B1-001D-44D8-A07C-7B59D5E6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42089E-FC4D-4A89-9D94-AF273B9E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Copiloto Pyme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DB7FFA-C638-4DE4-9E03-2B817D08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133B2D-091E-426D-B8F7-FA45CDF7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45CCD6-3B4B-4EA2-ACE4-A0C4A0E3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DA1895-E1BC-4010-BC96-4E9DA23B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Life Copilot 모바일 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DA862B-24AC-4674-A971-829A97F1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996ACB-D395-41F0-AE13-3AD53B66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Engine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146D3-C089-4FD1-BD7D-2CD6EC24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2B06FB-26D0-4BB8-97F1-25F9DBF1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Academy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2C547E-FAFA-4C05-B779-BEEA239B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6DF1B0-3450-4AAE-9B32-D133A26D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AI Call Center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B832C-18FA-4431-9D1F-13F26EF7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635D09-1C74-477E-9574-C7131F63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BC9912-F6BA-4AB9-AD71-AA6E6A3F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1F2B1E-2711-4902-A531-DA338AB1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50080341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1df22cde474b5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25D59-AA23-4C5C-8242-038E4895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C4CB5C-753D-4397-BB0C-D0D7EB50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D402F-4F29-44A3-A3F4-738F27FD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서비스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E4678C-A4A8-4E1A-8BF6-7E0F022E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컨설팅은 매출과 시장 학습을 가속합니다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431D22-5504-44D6-98AA-CAE8CF55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서비스는 신뢰를 만들고 실제 문제를 발견하며 구현 경험을 반복 가능한 자산으로 전환합니다.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515017-56A4-4D87-9132-024E1BAA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B7306B-385D-48FB-9550-1ED73C9E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4C848-B5B7-4071-86CF-961F8B7B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진단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F154F4-12C9-479D-91F3-FE9FD9FC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949130-035D-4460-AE12-DDB3ABA6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88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DD958A-1197-43C5-B3A6-311B29A5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239CD0-ED7D-4547-911A-26282D85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기술 로드맵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050B7B-452C-41CD-8502-7C88D838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2E1198-4708-43E8-83C3-5E51680C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3DDC94-FC11-441F-961B-79B68ECF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F980F8-B99D-4C10-B1EB-55F408A5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구현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DA407A-1576-4613-BF1F-1948EE76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B94263-5F56-4677-918E-B8974B0A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963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FA2289-6E6B-40E3-AAAA-DCB9CE6EC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6318A8-ACC9-4242-8751-2360AD3B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도입과 교육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DDCCDF-DF82-4A13-B3DC-897FD771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292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Services are the market-sensing engine that turns demand into product decisions.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90BC64-5FEA-4A04-84D9-C99FB04B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C638BF-ED8A-4A26-BB93-750BBA41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6CC77B-D4F0-43C7-A41B-A444A54B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A020C2-B948-41DF-8D50-F4C60248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96039499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dc0c05bdc74da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930EE-2768-4783-A4A6-40B75029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0F33B-6ED4-40B2-B79D-938BEB97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F8054-2902-49D7-A42E-E94FA654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부문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DAC31-F49A-4D20-8183-003052C3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811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5개 부문이 IP, 데이터, 인재를 공유합니다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6562D7-BA0E-49C7-96B9-19A9D58C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소프트웨어, AI, 게임, 로보틱스, 기술 전환은 고립된 사업이 아니라 하나의 공통 아키텍처로 운영됩니다.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7478E1-FDFF-45D3-B128-6FAB3DF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052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117">
              <a:alpha val="93333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A4CC3D-4ECE-44E4-BB48-80BC6462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676650"/>
            <a:ext cx="1676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</a:t>
            </a:r>
          </a:p>
          <a:p xmlns:a="http://schemas.openxmlformats.org/drawingml/2006/main">
            <a:pPr algn="ctr">
              <a:defRPr sz="16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C89B6D-A037-4C5A-B1C6-8E26271D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3360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96E61-0381-4156-8913-5B92C9EE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05050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소프트웨어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9A631-978F-4E2D-B53D-AF83E9FD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4574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E10A79-F6F8-440D-9741-B45E2893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664" y="3199821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4961BB-D2AA-4FD4-8C25-06E03DA6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114" y="3371271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인공지능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062CB-ECC5-4F01-BE63-DAB9DC40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23671"/>
            <a:ext cx="309811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D51932-AC58-440F-8CE3-CF81AD13F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290" y="4925004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2F69DC-7EAF-4D90-999F-769AAA78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740" y="5096454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게임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916234-4634-4B47-AB84-76BBCFA8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000500"/>
            <a:ext cx="191474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0FD7D2-1B39-44A8-B3ED-B82EFCA5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6810" y="4925004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710F5F-AA13-4B6E-B2A4-7459CCBC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260" y="5096454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로보틱스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BEA38B-E414-4B9C-8A00-BC8723DD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560" y="4000500"/>
            <a:ext cx="191474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DE2B62-6789-4CE8-9164-EFFF22FA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436" y="3199821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43BBFA-D7BB-494C-8C9F-852D1E79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886" y="3371271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기술 컨설팅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AD3BC5-78F6-4A7A-B63B-DF568F69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1186" y="3523671"/>
            <a:ext cx="309811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F69C9C-7A4C-4A42-9278-C9F710A1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EFE4F2-1EAD-4E6A-83C8-E26B612A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E52C49-45EC-4BD0-8FA9-CE595CB1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07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7206EF-ABF3-45FA-A40D-506DDB4E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34964489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16bb579d614ef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46F01-D530-4E12-A8B6-1ABB59D2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A04E52-1225-4324-B7EE-4D9A7FB5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68A803-EE68-46AA-BCDD-9A3A8AC6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600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모델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9D579-5343-4FAC-A672-81D6597A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6000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오늘은 서비스 매출, 내일은 확장 가능한 제품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C95F87-8FD3-4D7A-ADC2-A3F525CA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00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모델은 컨설팅, 구현, 구독, 라이선스, 아카데미, 미래 기술 스핀오프를 결합합니다.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7EEC12-745C-4CB2-A435-4EBA8E31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44241-B586-4877-9251-8CE65D91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38FA07-71D4-44CF-AF6E-61461A7B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A8C852-AF6D-4E10-A2CA-E4FC9F29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3C4EAC-4145-4295-835B-10753BE9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CE3C50-9ADC-4185-897E-E81168F1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1E4ED-443F-4208-9C1A-A9FB6D8C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SaaS 및 라이선스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E07FBD-46CF-41AE-8B3D-7423D2A0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EEF5C4-2C26-45F7-96D2-51C267F8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9075D0-DBD0-4511-B30F-62F82CE9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10036C-F1B2-4553-BADF-5DAB562F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아카데미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21285B-4071-466A-8C1A-BE7E4282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88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D7EB36-5CF3-45E4-AD4A-BA61F156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638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BDD3F-ABD6-4E13-B875-428179DF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0E0A84-FC8D-40F5-80FE-0DEAB694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Ventures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7A2737-EAB3-4989-881D-9022A001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790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Each layer can monetize independently while feeding data, references and reusable modules back into the platform.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778487-75CC-4FF3-A965-0D5EA524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BC5C2C-5A52-46D5-9E08-5A52C3C1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AB8EE1-5987-4181-B5F4-0C8E35E8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C12E15-3013-4CF9-8495-2C0FC1EB3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37225651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26eeb2c0dd4159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1C177-EC43-4ECE-85D5-77EAA966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66228-B2AA-470E-A77F-EB005A93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D362D-CA8C-43C8-A401-29F9DA20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시장 진입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69F036-E6F9-423F-AB95-24CDEDF8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운영 문제로 진입하고 플랫폼으로 확장합니다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8DEF3E-82DF-43C7-BDB8-311A7741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Tecnotitan은 기업용 AI와 소프트웨어 프로젝트로 시작해 반복되는 사례를 해결하는 제품으로 확장할 수 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854038-AF40-4DDC-903F-46FA1E5D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4478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958DE-6649-4906-AA1D-D75173B4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6097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BE24CB-F726-4F54-B8BA-3C6A1121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906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라틴아메리카 기반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85D86A-C98F-40F2-94AA-7E793AA4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81155C-1D64-4CBB-B498-61D48947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098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26FFC-0F7A-4016-B02E-C323B603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중견기업과 대기업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452568-52FC-4013-B529-C68D4B44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480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6B50E-FED4-46F1-8B6F-35B3B318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09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58AF04-7045-4D29-8951-B2B5DEFE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908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글로벌 파트너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BBFD18-61B1-478E-94C0-7F7D4139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481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B44563-635D-4639-B6A4-7B89FE4C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10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D064F1-C4BC-4159-97DD-8E8D9371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909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전략 투자자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052A29-66E6-49C4-A33C-E9BD2A5C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163A36-B9B9-4CC0-8BBC-B2430E41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097F02-0201-4118-BC3C-E9E1DBC8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69876D-086A-4656-AE69-349D19D7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78BFED-9287-41A1-9C1D-FF203F3D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E6EB44-6B16-4312-AD3B-9B4807E8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15340E-E077-4423-AB62-A92ED997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1F9758-BF9F-4A46-BA09-87E51E3B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57B14F-2643-4458-A95E-7B2E865E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63C5D7-0535-45D8-8FE3-0EFBAEB2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8155AA-2C76-4981-B3D9-14008291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 expansion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51492E-B5DD-49F6-A0A5-2FD07FEF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A8848D-6E1C-4384-87E6-DBDD1479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B287AD-1B23-46FB-BE6A-3EF49B59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6E5470-DF39-4C2B-8186-09191866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Strategic partner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1FB052-64A7-49CA-8568-9F828913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F515FB4-59E8-42D6-8F67-922455B5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40F567-27FF-4FF5-B55A-B3AFBDEF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750B65-686C-49C9-9E9E-9864A78F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32959274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b43f092d814ef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A1DBE-4F51-4951-A2C7-0B897DD1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8EDE5A-3396-4F7A-B2C9-2DBF6A1E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28113B-7D0F-45A6-923D-603605E1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F821E-683C-4870-A850-83B1CFE3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09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실행에 집중하는 린 창업팀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E5AB40-AA3F-4C55-9957-2D34D74E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09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David Arias Giraldo가 CEO로서 비전을 이끌고 있습니다. 현재 회사에는 풀타임 컨설턴트 1명과 프로그래머 2명이 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5B491E-3315-4387-AAD0-EB3F52E3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682FE0-1A0F-4B73-A877-E8D67DCE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창업 CEO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C402E4-6223-47F2-BC71-9F3040B3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D5C6C7-6A09-4C43-BB39-EE4DB652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컨설팅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2E7FA-5CF6-4640-9104-CB7692EC4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2A081C-3A6C-4E4B-BDEA-2938F188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엔지니어링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6394ED-F16F-4750-95E8-82D5A2A3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288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D0F380-938A-45E7-9BDA-CE0957B4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738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다음 채용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8423B7-37B5-435B-98CA-24912FCE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Hiring priorities: product engineering, AI delivery, sales development and investor relations.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7936A-4D63-4B50-9B89-2232B4CE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21AEA7-5F6F-4937-8FF8-FDB0E668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7EB486-13FC-4B42-9501-17109D0EC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051F73-5D80-4E5C-9FC7-0387E73D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8064733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7f461b44d4416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9BFFE-8F20-4940-BAC9-AD6D954A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56550-77CE-48C8-A9D4-A8754916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327B61-73F3-4214-A889-F5468479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로드맵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67DAF-36B6-41BA-84A1-FB45EE65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905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검증에서 지역 기술 플랫폼으로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D301E1-2606-4C88-B331-67F5A1022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90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실제 사례, 자체 제품, 내부 자동화, 상업 확장을 우선하며 investor-ready 수준을 높입니다.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9C9A44-8758-4AE3-B3B4-B30A16EC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7A3763-CA89-441D-B2C6-26458F33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63C12F-2933-4621-BF0C-FB856882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2026: 사례와 MVP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F2B31-9380-4773-B8C5-B9862532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85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0B4219-4FDE-4B5E-8E8F-DF293779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988612-C9D5-47BA-AAC8-1F6358C3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9878D2-27AE-4960-BD3C-E0D6038F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2027: 제품과 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F7863B-849A-425C-A153-04DA22C4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7C651-89AB-4A73-BD2A-D602D973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3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C19546-8FD2-47C2-BD5C-BAF44CFF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31DE8E-233F-44BB-85EF-AE5D9A07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2028: 지역 확장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B90C06-0D30-4D8C-B358-FB3E22A2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21CB93-7ADB-42A7-BE7F-4B159A1B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7BAC9B-2E8B-4021-988C-786E50D8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0C57DE-6B08-44CB-AED8-553BF94E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77632501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895c1ee7fd438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57B14-6808-4049-BC91-0D3013FC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557F86-3226-4FD0-89E8-01743F32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C89028-A65A-47AB-848F-F94A0A35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47750"/>
            <a:ext cx="6572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투자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2A301-E353-4BA0-BAF7-3432D8AA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57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제품, 영업, 인재를 가속할 자본과 파트너를 찾습니다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62423-2665-4F87-AE44-594EA018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657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Tecnotitan은 라틴아메리카에서 글로벌 야망을 가진 다부문 기술 회사를 구축하고 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B4B5E-80BB-473A-8C21-FD396F87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430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1A54F5-E1FA-4495-8A57-C10BD764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049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F801A3-41F7-49BB-946D-BCAE5930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859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제품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A51F9E-FABD-4F85-8724-66585CED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0FD73B-EB84-4106-9F68-26CE3622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C60070-9672-49B7-A846-BA2CBD68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영업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078024-809B-4318-99FF-0BFEBF88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C5F066-1BA0-4BDE-B109-0DB4BCE9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9C40B-8869-4317-B504-54C86523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기술 인재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12EC8D-4856-4D96-BB3E-453B9A97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14BCCB-F680-4335-AD5C-F4947F89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4041E7-8E8B-4D3F-A2BF-EF557FAC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Data room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159F16-AF8D-40E1-B83B-B0720C8A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6667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256513-DB4E-4EA5-BE5F-7149A9EF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523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info@tecnotitan.com  |  www.tecnotitan.com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D7BBFA-96C7-4D22-954A-C1974BD0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A15670-EA18-4B56-B4D8-9E79E67E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4AB301-C936-4FBF-A8A4-EBE69888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KO /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7E8DD2-E1F9-42DC-977F-8E21252B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5301534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2026-06-06T03:55:43.3710000Z</dcterms:created>
  <dcterms:modified xsi:type="dcterms:W3CDTF">2026-06-06T03:55:43.3710000Z</dcterms:modified>
</coreProperties>
</file>